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15"/>
  </p:notesMasterIdLst>
  <p:sldIdLst>
    <p:sldId id="271" r:id="rId2"/>
    <p:sldId id="258" r:id="rId3"/>
    <p:sldId id="275" r:id="rId4"/>
    <p:sldId id="277" r:id="rId5"/>
    <p:sldId id="263" r:id="rId6"/>
    <p:sldId id="281" r:id="rId7"/>
    <p:sldId id="264" r:id="rId8"/>
    <p:sldId id="279" r:id="rId9"/>
    <p:sldId id="282" r:id="rId10"/>
    <p:sldId id="28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E91101-9C0C-495D-AC60-35A8310EF3A0}" v="4" dt="2026-03-28T19:04:34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43" autoAdjust="0"/>
  </p:normalViewPr>
  <p:slideViewPr>
    <p:cSldViewPr snapToGrid="0">
      <p:cViewPr varScale="1">
        <p:scale>
          <a:sx n="74" d="100"/>
          <a:sy n="74" d="100"/>
        </p:scale>
        <p:origin x="828" y="3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015" y="5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go Bonal" userId="18c9fa0f-b53d-478b-9dc0-6ad88786c19f" providerId="ADAL" clId="{93D479E5-F67F-4B8A-A78F-A0B574A116B6}"/>
    <pc:docChg chg="undo redo custSel addSld delSld modSld sldOrd addMainMaster delMainMaster">
      <pc:chgData name="Margo Bonal" userId="18c9fa0f-b53d-478b-9dc0-6ad88786c19f" providerId="ADAL" clId="{93D479E5-F67F-4B8A-A78F-A0B574A116B6}" dt="2026-03-23T15:43:49.810" v="2724" actId="26606"/>
      <pc:docMkLst>
        <pc:docMk/>
      </pc:docMkLst>
      <pc:sldChg chg="addSp delSp modSp new add del mod setBg">
        <pc:chgData name="Margo Bonal" userId="18c9fa0f-b53d-478b-9dc0-6ad88786c19f" providerId="ADAL" clId="{93D479E5-F67F-4B8A-A78F-A0B574A116B6}" dt="2026-03-20T14:26:05.155" v="2336" actId="2696"/>
        <pc:sldMkLst>
          <pc:docMk/>
          <pc:sldMk cId="2004418569" sldId="258"/>
        </pc:sldMkLst>
        <pc:spChg chg="mod">
          <ac:chgData name="Margo Bonal" userId="18c9fa0f-b53d-478b-9dc0-6ad88786c19f" providerId="ADAL" clId="{93D479E5-F67F-4B8A-A78F-A0B574A116B6}" dt="2026-03-20T13:01:36.131" v="596" actId="26606"/>
          <ac:spMkLst>
            <pc:docMk/>
            <pc:sldMk cId="2004418569" sldId="258"/>
            <ac:spMk id="2" creationId="{00EA85E8-01FB-8E12-4E0B-4BEF5FD40E7E}"/>
          </ac:spMkLst>
        </pc:spChg>
        <pc:spChg chg="add">
          <ac:chgData name="Margo Bonal" userId="18c9fa0f-b53d-478b-9dc0-6ad88786c19f" providerId="ADAL" clId="{93D479E5-F67F-4B8A-A78F-A0B574A116B6}" dt="2026-03-20T13:01:36.131" v="596" actId="26606"/>
          <ac:spMkLst>
            <pc:docMk/>
            <pc:sldMk cId="2004418569" sldId="258"/>
            <ac:spMk id="20" creationId="{BACC6370-2D7E-4714-9D71-7542949D7D5D}"/>
          </ac:spMkLst>
        </pc:spChg>
        <pc:spChg chg="add">
          <ac:chgData name="Margo Bonal" userId="18c9fa0f-b53d-478b-9dc0-6ad88786c19f" providerId="ADAL" clId="{93D479E5-F67F-4B8A-A78F-A0B574A116B6}" dt="2026-03-20T13:01:36.131" v="596" actId="26606"/>
          <ac:spMkLst>
            <pc:docMk/>
            <pc:sldMk cId="2004418569" sldId="258"/>
            <ac:spMk id="22" creationId="{F68B3F68-107C-434F-AA38-110D5EA91B85}"/>
          </ac:spMkLst>
        </pc:spChg>
        <pc:spChg chg="add">
          <ac:chgData name="Margo Bonal" userId="18c9fa0f-b53d-478b-9dc0-6ad88786c19f" providerId="ADAL" clId="{93D479E5-F67F-4B8A-A78F-A0B574A116B6}" dt="2026-03-20T13:01:36.131" v="596" actId="26606"/>
          <ac:spMkLst>
            <pc:docMk/>
            <pc:sldMk cId="2004418569" sldId="258"/>
            <ac:spMk id="24" creationId="{AAD0DBB9-1A4B-4391-81D4-CB19F9AB918A}"/>
          </ac:spMkLst>
        </pc:spChg>
        <pc:spChg chg="add">
          <ac:chgData name="Margo Bonal" userId="18c9fa0f-b53d-478b-9dc0-6ad88786c19f" providerId="ADAL" clId="{93D479E5-F67F-4B8A-A78F-A0B574A116B6}" dt="2026-03-20T13:01:36.131" v="596" actId="26606"/>
          <ac:spMkLst>
            <pc:docMk/>
            <pc:sldMk cId="2004418569" sldId="258"/>
            <ac:spMk id="26" creationId="{063BBA22-50EA-4C4D-BE05-F1CE4E63AA56}"/>
          </ac:spMkLst>
        </pc:spChg>
        <pc:graphicFrameChg chg="add modGraphic">
          <ac:chgData name="Margo Bonal" userId="18c9fa0f-b53d-478b-9dc0-6ad88786c19f" providerId="ADAL" clId="{93D479E5-F67F-4B8A-A78F-A0B574A116B6}" dt="2026-03-20T13:05:04.385" v="716" actId="26606"/>
          <ac:graphicFrameMkLst>
            <pc:docMk/>
            <pc:sldMk cId="2004418569" sldId="258"/>
            <ac:graphicFrameMk id="16" creationId="{726F1BD9-27E2-2783-22C4-708E5875FC4D}"/>
          </ac:graphicFrameMkLst>
        </pc:graphicFrameChg>
      </pc:sldChg>
      <pc:sldChg chg="addSp modSp new mod setBg">
        <pc:chgData name="Margo Bonal" userId="18c9fa0f-b53d-478b-9dc0-6ad88786c19f" providerId="ADAL" clId="{93D479E5-F67F-4B8A-A78F-A0B574A116B6}" dt="2026-03-21T22:01:42.363" v="2588" actId="20577"/>
        <pc:sldMkLst>
          <pc:docMk/>
          <pc:sldMk cId="1605171173" sldId="263"/>
        </pc:sldMkLst>
        <pc:spChg chg="mod">
          <ac:chgData name="Margo Bonal" userId="18c9fa0f-b53d-478b-9dc0-6ad88786c19f" providerId="ADAL" clId="{93D479E5-F67F-4B8A-A78F-A0B574A116B6}" dt="2026-03-20T13:30:49.557" v="1340" actId="1076"/>
          <ac:spMkLst>
            <pc:docMk/>
            <pc:sldMk cId="1605171173" sldId="263"/>
            <ac:spMk id="2" creationId="{817E5507-7BEB-1D01-5229-134196AE5F70}"/>
          </ac:spMkLst>
        </pc:spChg>
        <pc:spChg chg="mod">
          <ac:chgData name="Margo Bonal" userId="18c9fa0f-b53d-478b-9dc0-6ad88786c19f" providerId="ADAL" clId="{93D479E5-F67F-4B8A-A78F-A0B574A116B6}" dt="2026-03-21T22:01:42.363" v="2588" actId="20577"/>
          <ac:spMkLst>
            <pc:docMk/>
            <pc:sldMk cId="1605171173" sldId="263"/>
            <ac:spMk id="3" creationId="{10ABEB13-E101-00CE-9CC4-735B136CA6F3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8" creationId="{09588DA8-065E-4F6F-8EFD-43104AB2E0CF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10" creationId="{C4285719-470E-454C-AF62-8323075F1F5B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12" creationId="{CD9FE4EF-C4D8-49A0-B2FF-81D8DB7D8A24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14" creationId="{4300840D-0A0B-4512-BACA-B439D5B9C57C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16" creationId="{D2B78728-A580-49A7-84F9-6EF6F583ADE0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18" creationId="{38FAA1A1-D861-433F-88FA-1E9D6FD31D11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20" creationId="{8D71EDA1-87BF-4D5D-AB79-F346FD19278A}"/>
          </ac:spMkLst>
        </pc:spChg>
      </pc:sldChg>
      <pc:sldChg chg="modSp new mod ord">
        <pc:chgData name="Margo Bonal" userId="18c9fa0f-b53d-478b-9dc0-6ad88786c19f" providerId="ADAL" clId="{93D479E5-F67F-4B8A-A78F-A0B574A116B6}" dt="2026-03-20T14:22:29.687" v="2286"/>
        <pc:sldMkLst>
          <pc:docMk/>
          <pc:sldMk cId="1117246204" sldId="264"/>
        </pc:sldMkLst>
        <pc:spChg chg="mod">
          <ac:chgData name="Margo Bonal" userId="18c9fa0f-b53d-478b-9dc0-6ad88786c19f" providerId="ADAL" clId="{93D479E5-F67F-4B8A-A78F-A0B574A116B6}" dt="2026-03-14T15:47:24.874" v="335" actId="20577"/>
          <ac:spMkLst>
            <pc:docMk/>
            <pc:sldMk cId="1117246204" sldId="264"/>
            <ac:spMk id="2" creationId="{6F17A8E0-F0A6-5E5A-3E17-D07C1F19C5B3}"/>
          </ac:spMkLst>
        </pc:spChg>
      </pc:sldChg>
      <pc:sldChg chg="addSp modSp new mod setBg">
        <pc:chgData name="Margo Bonal" userId="18c9fa0f-b53d-478b-9dc0-6ad88786c19f" providerId="ADAL" clId="{93D479E5-F67F-4B8A-A78F-A0B574A116B6}" dt="2026-03-23T15:41:42.442" v="2589" actId="26606"/>
        <pc:sldMkLst>
          <pc:docMk/>
          <pc:sldMk cId="3814308155" sldId="266"/>
        </pc:sldMkLst>
        <pc:spChg chg="mod">
          <ac:chgData name="Margo Bonal" userId="18c9fa0f-b53d-478b-9dc0-6ad88786c19f" providerId="ADAL" clId="{93D479E5-F67F-4B8A-A78F-A0B574A116B6}" dt="2026-03-23T15:41:42.442" v="2589" actId="26606"/>
          <ac:spMkLst>
            <pc:docMk/>
            <pc:sldMk cId="3814308155" sldId="266"/>
            <ac:spMk id="2" creationId="{8C0E0BBA-7667-2FF9-EF48-9DA6C79DDF2B}"/>
          </ac:spMkLst>
        </pc:spChg>
        <pc:spChg chg="mod">
          <ac:chgData name="Margo Bonal" userId="18c9fa0f-b53d-478b-9dc0-6ad88786c19f" providerId="ADAL" clId="{93D479E5-F67F-4B8A-A78F-A0B574A116B6}" dt="2026-03-23T15:41:42.442" v="2589" actId="26606"/>
          <ac:spMkLst>
            <pc:docMk/>
            <pc:sldMk cId="3814308155" sldId="266"/>
            <ac:spMk id="3" creationId="{115E4EA9-D4C9-C153-9C80-F53A74AACE51}"/>
          </ac:spMkLst>
        </pc:spChg>
        <pc:spChg chg="add">
          <ac:chgData name="Margo Bonal" userId="18c9fa0f-b53d-478b-9dc0-6ad88786c19f" providerId="ADAL" clId="{93D479E5-F67F-4B8A-A78F-A0B574A116B6}" dt="2026-03-23T15:41:42.442" v="2589" actId="26606"/>
          <ac:spMkLst>
            <pc:docMk/>
            <pc:sldMk cId="3814308155" sldId="266"/>
            <ac:spMk id="8" creationId="{907EF6B7-1338-4443-8C46-6A318D952DFD}"/>
          </ac:spMkLst>
        </pc:spChg>
        <pc:spChg chg="add">
          <ac:chgData name="Margo Bonal" userId="18c9fa0f-b53d-478b-9dc0-6ad88786c19f" providerId="ADAL" clId="{93D479E5-F67F-4B8A-A78F-A0B574A116B6}" dt="2026-03-23T15:41:42.442" v="2589" actId="26606"/>
          <ac:spMkLst>
            <pc:docMk/>
            <pc:sldMk cId="3814308155" sldId="266"/>
            <ac:spMk id="10" creationId="{DAAE4CDD-124C-4DCF-9584-B6033B545DD5}"/>
          </ac:spMkLst>
        </pc:spChg>
        <pc:spChg chg="add">
          <ac:chgData name="Margo Bonal" userId="18c9fa0f-b53d-478b-9dc0-6ad88786c19f" providerId="ADAL" clId="{93D479E5-F67F-4B8A-A78F-A0B574A116B6}" dt="2026-03-23T15:41:42.442" v="2589" actId="26606"/>
          <ac:spMkLst>
            <pc:docMk/>
            <pc:sldMk cId="3814308155" sldId="266"/>
            <ac:spMk id="12" creationId="{081E4A58-353D-44AE-B2FC-2A74E2E400F7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3-23T15:43:49.810" v="2724" actId="26606"/>
        <pc:sldMkLst>
          <pc:docMk/>
          <pc:sldMk cId="4119443303" sldId="267"/>
        </pc:sldMkLst>
        <pc:spChg chg="mod">
          <ac:chgData name="Margo Bonal" userId="18c9fa0f-b53d-478b-9dc0-6ad88786c19f" providerId="ADAL" clId="{93D479E5-F67F-4B8A-A78F-A0B574A116B6}" dt="2026-03-23T15:43:49.810" v="2724" actId="26606"/>
          <ac:spMkLst>
            <pc:docMk/>
            <pc:sldMk cId="4119443303" sldId="267"/>
            <ac:spMk id="2" creationId="{45E01E8D-68C8-D6F0-81C8-63C5F69745F8}"/>
          </ac:spMkLst>
        </pc:spChg>
        <pc:spChg chg="add">
          <ac:chgData name="Margo Bonal" userId="18c9fa0f-b53d-478b-9dc0-6ad88786c19f" providerId="ADAL" clId="{93D479E5-F67F-4B8A-A78F-A0B574A116B6}" dt="2026-03-23T15:43:49.810" v="2724" actId="26606"/>
          <ac:spMkLst>
            <pc:docMk/>
            <pc:sldMk cId="4119443303" sldId="267"/>
            <ac:spMk id="9" creationId="{56E9B3E6-E277-4D68-BA48-9CB43FFBD6E2}"/>
          </ac:spMkLst>
        </pc:spChg>
        <pc:spChg chg="add">
          <ac:chgData name="Margo Bonal" userId="18c9fa0f-b53d-478b-9dc0-6ad88786c19f" providerId="ADAL" clId="{93D479E5-F67F-4B8A-A78F-A0B574A116B6}" dt="2026-03-23T15:43:49.810" v="2724" actId="26606"/>
          <ac:spMkLst>
            <pc:docMk/>
            <pc:sldMk cId="4119443303" sldId="267"/>
            <ac:spMk id="16" creationId="{D5B0017B-2ECA-49AF-B397-DC140825DF8D}"/>
          </ac:spMkLst>
        </pc:spChg>
        <pc:grpChg chg="add">
          <ac:chgData name="Margo Bonal" userId="18c9fa0f-b53d-478b-9dc0-6ad88786c19f" providerId="ADAL" clId="{93D479E5-F67F-4B8A-A78F-A0B574A116B6}" dt="2026-03-23T15:43:49.810" v="2724" actId="26606"/>
          <ac:grpSpMkLst>
            <pc:docMk/>
            <pc:sldMk cId="4119443303" sldId="267"/>
            <ac:grpSpMk id="11" creationId="{AE1C45F0-260A-458C-96ED-C1F6D2151219}"/>
          </ac:grpSpMkLst>
        </pc:grpChg>
        <pc:graphicFrameChg chg="add">
          <ac:chgData name="Margo Bonal" userId="18c9fa0f-b53d-478b-9dc0-6ad88786c19f" providerId="ADAL" clId="{93D479E5-F67F-4B8A-A78F-A0B574A116B6}" dt="2026-03-23T15:43:49.810" v="2724" actId="26606"/>
          <ac:graphicFrameMkLst>
            <pc:docMk/>
            <pc:sldMk cId="4119443303" sldId="267"/>
            <ac:graphicFrameMk id="5" creationId="{CF8D51C6-38B2-81C2-EB43-6EA0B62009E4}"/>
          </ac:graphicFrameMkLst>
        </pc:graphicFrameChg>
        <pc:cxnChg chg="add">
          <ac:chgData name="Margo Bonal" userId="18c9fa0f-b53d-478b-9dc0-6ad88786c19f" providerId="ADAL" clId="{93D479E5-F67F-4B8A-A78F-A0B574A116B6}" dt="2026-03-23T15:43:49.810" v="2724" actId="26606"/>
          <ac:cxnSpMkLst>
            <pc:docMk/>
            <pc:sldMk cId="4119443303" sldId="267"/>
            <ac:cxnSpMk id="18" creationId="{6CF1BAF6-AD41-4082-B212-8A1F9A2E8779}"/>
          </ac:cxnSpMkLst>
        </pc:cxnChg>
      </pc:sldChg>
      <pc:sldChg chg="addSp delSp modSp new mod setBg">
        <pc:chgData name="Margo Bonal" userId="18c9fa0f-b53d-478b-9dc0-6ad88786c19f" providerId="ADAL" clId="{93D479E5-F67F-4B8A-A78F-A0B574A116B6}" dt="2026-03-20T13:27:04.645" v="1300" actId="26606"/>
        <pc:sldMkLst>
          <pc:docMk/>
          <pc:sldMk cId="472922610" sldId="268"/>
        </pc:sldMkLst>
        <pc:spChg chg="mo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2" creationId="{8F6BC2BD-D5AB-40B6-2E42-FE395BB94CFD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8" creationId="{8C790BE2-4E4F-4AAF-81A2-4A6F4885EBE6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10" creationId="{D28B54C3-B57B-472A-B96E-1FCB67093DC2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12" creationId="{7DB3C429-F8DA-49B9-AF84-21996FCF78B5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14" creationId="{E12088DD-B1AD-40E0-8B86-1D87A2CCD9BE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16" creationId="{C4C9F2B0-1044-46EB-8AEB-C3BFFDE6C2CC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18" creationId="{0C395952-4E26-45A2-8756-2ADFD6E53C6E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20" creationId="{4734BADF-9461-4621-B112-2D7BABEA7DD0}"/>
          </ac:spMkLst>
        </pc:spChg>
      </pc:sldChg>
      <pc:sldChg chg="addSp delSp modSp new mod ord setBg">
        <pc:chgData name="Margo Bonal" userId="18c9fa0f-b53d-478b-9dc0-6ad88786c19f" providerId="ADAL" clId="{93D479E5-F67F-4B8A-A78F-A0B574A116B6}" dt="2026-03-20T13:09:01.760" v="813" actId="26606"/>
        <pc:sldMkLst>
          <pc:docMk/>
          <pc:sldMk cId="2732488591" sldId="271"/>
        </pc:sldMkLst>
        <pc:spChg chg="add del mod">
          <ac:chgData name="Margo Bonal" userId="18c9fa0f-b53d-478b-9dc0-6ad88786c19f" providerId="ADAL" clId="{93D479E5-F67F-4B8A-A78F-A0B574A116B6}" dt="2026-03-20T13:09:01.745" v="812" actId="26606"/>
          <ac:spMkLst>
            <pc:docMk/>
            <pc:sldMk cId="2732488591" sldId="271"/>
            <ac:spMk id="2" creationId="{3801A0EF-972C-D338-6333-39800DF6F1CF}"/>
          </ac:spMkLst>
        </pc:spChg>
        <pc:spChg chg="mod">
          <ac:chgData name="Margo Bonal" userId="18c9fa0f-b53d-478b-9dc0-6ad88786c19f" providerId="ADAL" clId="{93D479E5-F67F-4B8A-A78F-A0B574A116B6}" dt="2026-03-20T13:09:01.760" v="813" actId="26606"/>
          <ac:spMkLst>
            <pc:docMk/>
            <pc:sldMk cId="2732488591" sldId="271"/>
            <ac:spMk id="3" creationId="{B41390D8-00E3-4E00-622B-469D67983D42}"/>
          </ac:spMkLst>
        </pc:spChg>
        <pc:spChg chg="add">
          <ac:chgData name="Margo Bonal" userId="18c9fa0f-b53d-478b-9dc0-6ad88786c19f" providerId="ADAL" clId="{93D479E5-F67F-4B8A-A78F-A0B574A116B6}" dt="2026-03-20T13:09:01.760" v="813" actId="26606"/>
          <ac:spMkLst>
            <pc:docMk/>
            <pc:sldMk cId="2732488591" sldId="271"/>
            <ac:spMk id="41" creationId="{D28B54C3-B57B-472A-B96E-1FCB67093DC2}"/>
          </ac:spMkLst>
        </pc:spChg>
        <pc:spChg chg="add">
          <ac:chgData name="Margo Bonal" userId="18c9fa0f-b53d-478b-9dc0-6ad88786c19f" providerId="ADAL" clId="{93D479E5-F67F-4B8A-A78F-A0B574A116B6}" dt="2026-03-20T13:09:01.760" v="813" actId="26606"/>
          <ac:spMkLst>
            <pc:docMk/>
            <pc:sldMk cId="2732488591" sldId="271"/>
            <ac:spMk id="43" creationId="{E12088DD-B1AD-40E0-8B86-1D87A2CCD9BE}"/>
          </ac:spMkLst>
        </pc:spChg>
        <pc:spChg chg="add">
          <ac:chgData name="Margo Bonal" userId="18c9fa0f-b53d-478b-9dc0-6ad88786c19f" providerId="ADAL" clId="{93D479E5-F67F-4B8A-A78F-A0B574A116B6}" dt="2026-03-20T13:09:01.760" v="813" actId="26606"/>
          <ac:spMkLst>
            <pc:docMk/>
            <pc:sldMk cId="2732488591" sldId="271"/>
            <ac:spMk id="44" creationId="{C4C9F2B0-1044-46EB-8AEB-C3BFFDE6C2CC}"/>
          </ac:spMkLst>
        </pc:spChg>
        <pc:spChg chg="add">
          <ac:chgData name="Margo Bonal" userId="18c9fa0f-b53d-478b-9dc0-6ad88786c19f" providerId="ADAL" clId="{93D479E5-F67F-4B8A-A78F-A0B574A116B6}" dt="2026-03-20T13:09:01.760" v="813" actId="26606"/>
          <ac:spMkLst>
            <pc:docMk/>
            <pc:sldMk cId="2732488591" sldId="271"/>
            <ac:spMk id="46" creationId="{4734BADF-9461-4621-B112-2D7BABEA7DD0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3-20T14:14:45.748" v="2222" actId="1076"/>
        <pc:sldMkLst>
          <pc:docMk/>
          <pc:sldMk cId="1426557120" sldId="275"/>
        </pc:sldMkLst>
        <pc:spChg chg="add mod">
          <ac:chgData name="Margo Bonal" userId="18c9fa0f-b53d-478b-9dc0-6ad88786c19f" providerId="ADAL" clId="{93D479E5-F67F-4B8A-A78F-A0B574A116B6}" dt="2026-03-20T14:01:45.053" v="2067" actId="1076"/>
          <ac:spMkLst>
            <pc:docMk/>
            <pc:sldMk cId="1426557120" sldId="275"/>
            <ac:spMk id="7" creationId="{877595DC-5F24-43DE-A51F-61C1424919A8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8" creationId="{09588DA8-065E-4F6F-8EFD-43104AB2E0CF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9" creationId="{C4285719-470E-454C-AF62-8323075F1F5B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10" creationId="{CD9FE4EF-C4D8-49A0-B2FF-81D8DB7D8A24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12" creationId="{4300840D-0A0B-4512-BACA-B439D5B9C57C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14" creationId="{D2B78728-A580-49A7-84F9-6EF6F583ADE0}"/>
          </ac:spMkLst>
        </pc:spChg>
        <pc:spChg chg="add mod">
          <ac:chgData name="Margo Bonal" userId="18c9fa0f-b53d-478b-9dc0-6ad88786c19f" providerId="ADAL" clId="{93D479E5-F67F-4B8A-A78F-A0B574A116B6}" dt="2026-03-20T14:01:39.194" v="2066" actId="1076"/>
          <ac:spMkLst>
            <pc:docMk/>
            <pc:sldMk cId="1426557120" sldId="275"/>
            <ac:spMk id="16" creationId="{81E0E150-2FC2-EEE3-7E38-1E788F6BA625}"/>
          </ac:spMkLst>
        </pc:spChg>
        <pc:spChg chg="add mod">
          <ac:chgData name="Margo Bonal" userId="18c9fa0f-b53d-478b-9dc0-6ad88786c19f" providerId="ADAL" clId="{93D479E5-F67F-4B8A-A78F-A0B574A116B6}" dt="2026-03-20T14:01:32.675" v="2065" actId="12789"/>
          <ac:spMkLst>
            <pc:docMk/>
            <pc:sldMk cId="1426557120" sldId="275"/>
            <ac:spMk id="18" creationId="{074AF094-E72F-59C1-3EC9-6D652007D4E2}"/>
          </ac:spMkLst>
        </pc:spChg>
        <pc:spChg chg="add mod">
          <ac:chgData name="Margo Bonal" userId="18c9fa0f-b53d-478b-9dc0-6ad88786c19f" providerId="ADAL" clId="{93D479E5-F67F-4B8A-A78F-A0B574A116B6}" dt="2026-03-20T14:01:18.677" v="2060" actId="12788"/>
          <ac:spMkLst>
            <pc:docMk/>
            <pc:sldMk cId="1426557120" sldId="275"/>
            <ac:spMk id="20" creationId="{8EA47113-AE78-37AD-2E9F-5114B143CF50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21" creationId="{38FAA1A1-D861-433F-88FA-1E9D6FD31D11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23" creationId="{8D71EDA1-87BF-4D5D-AB79-F346FD19278A}"/>
          </ac:spMkLst>
        </pc:spChg>
        <pc:graphicFrameChg chg="add mod modGraphic">
          <ac:chgData name="Margo Bonal" userId="18c9fa0f-b53d-478b-9dc0-6ad88786c19f" providerId="ADAL" clId="{93D479E5-F67F-4B8A-A78F-A0B574A116B6}" dt="2026-03-20T14:14:45.748" v="2222" actId="1076"/>
          <ac:graphicFrameMkLst>
            <pc:docMk/>
            <pc:sldMk cId="1426557120" sldId="275"/>
            <ac:graphicFrameMk id="29" creationId="{800BDBBA-D667-3711-5172-9DCBB8455FF0}"/>
          </ac:graphicFrameMkLst>
        </pc:graphicFrameChg>
      </pc:sldChg>
      <pc:sldChg chg="addSp delSp modSp new mod">
        <pc:chgData name="Margo Bonal" userId="18c9fa0f-b53d-478b-9dc0-6ad88786c19f" providerId="ADAL" clId="{93D479E5-F67F-4B8A-A78F-A0B574A116B6}" dt="2026-03-21T22:00:22.652" v="2574" actId="20577"/>
        <pc:sldMkLst>
          <pc:docMk/>
          <pc:sldMk cId="894408273" sldId="277"/>
        </pc:sldMkLst>
        <pc:spChg chg="mod">
          <ac:chgData name="Margo Bonal" userId="18c9fa0f-b53d-478b-9dc0-6ad88786c19f" providerId="ADAL" clId="{93D479E5-F67F-4B8A-A78F-A0B574A116B6}" dt="2026-03-21T22:00:22.652" v="2574" actId="20577"/>
          <ac:spMkLst>
            <pc:docMk/>
            <pc:sldMk cId="894408273" sldId="277"/>
            <ac:spMk id="4" creationId="{7F677E0F-BF91-66F8-3FE4-355A1391BB33}"/>
          </ac:spMkLst>
        </pc:spChg>
        <pc:spChg chg="add mod">
          <ac:chgData name="Margo Bonal" userId="18c9fa0f-b53d-478b-9dc0-6ad88786c19f" providerId="ADAL" clId="{93D479E5-F67F-4B8A-A78F-A0B574A116B6}" dt="2026-03-20T14:08:02.058" v="2115" actId="1076"/>
          <ac:spMkLst>
            <pc:docMk/>
            <pc:sldMk cId="894408273" sldId="277"/>
            <ac:spMk id="5" creationId="{7B150613-8BB7-CE2F-6F6A-702DE92CC6C2}"/>
          </ac:spMkLst>
        </pc:spChg>
        <pc:spChg chg="add mod">
          <ac:chgData name="Margo Bonal" userId="18c9fa0f-b53d-478b-9dc0-6ad88786c19f" providerId="ADAL" clId="{93D479E5-F67F-4B8A-A78F-A0B574A116B6}" dt="2026-03-20T14:08:27.226" v="2123" actId="1076"/>
          <ac:spMkLst>
            <pc:docMk/>
            <pc:sldMk cId="894408273" sldId="277"/>
            <ac:spMk id="6" creationId="{688944B4-2820-81D6-0EF2-EDD735756CA6}"/>
          </ac:spMkLst>
        </pc:spChg>
        <pc:spChg chg="add mod">
          <ac:chgData name="Margo Bonal" userId="18c9fa0f-b53d-478b-9dc0-6ad88786c19f" providerId="ADAL" clId="{93D479E5-F67F-4B8A-A78F-A0B574A116B6}" dt="2026-03-20T14:51:43.451" v="2570" actId="404"/>
          <ac:spMkLst>
            <pc:docMk/>
            <pc:sldMk cId="894408273" sldId="277"/>
            <ac:spMk id="8" creationId="{60EA2BF6-99E8-2D98-E940-ED19A6922E58}"/>
          </ac:spMkLst>
        </pc:spChg>
        <pc:graphicFrameChg chg="add mod modGraphic">
          <ac:chgData name="Margo Bonal" userId="18c9fa0f-b53d-478b-9dc0-6ad88786c19f" providerId="ADAL" clId="{93D479E5-F67F-4B8A-A78F-A0B574A116B6}" dt="2026-03-20T14:13:29.495" v="2218" actId="1076"/>
          <ac:graphicFrameMkLst>
            <pc:docMk/>
            <pc:sldMk cId="894408273" sldId="277"/>
            <ac:graphicFrameMk id="7" creationId="{CC8A7EC2-18C5-CE9E-5EB7-BD96AEA308C7}"/>
          </ac:graphicFrameMkLst>
        </pc:graphicFrameChg>
      </pc:sldChg>
      <pc:sldChg chg="modSp new mod">
        <pc:chgData name="Margo Bonal" userId="18c9fa0f-b53d-478b-9dc0-6ad88786c19f" providerId="ADAL" clId="{93D479E5-F67F-4B8A-A78F-A0B574A116B6}" dt="2026-03-20T14:48:30.516" v="2533" actId="20577"/>
        <pc:sldMkLst>
          <pc:docMk/>
          <pc:sldMk cId="4055984046" sldId="279"/>
        </pc:sldMkLst>
        <pc:spChg chg="mod">
          <ac:chgData name="Margo Bonal" userId="18c9fa0f-b53d-478b-9dc0-6ad88786c19f" providerId="ADAL" clId="{93D479E5-F67F-4B8A-A78F-A0B574A116B6}" dt="2026-03-20T14:48:30.516" v="2533" actId="20577"/>
          <ac:spMkLst>
            <pc:docMk/>
            <pc:sldMk cId="4055984046" sldId="279"/>
            <ac:spMk id="2" creationId="{01F7382A-327F-C72A-2384-BE2609C74FE7}"/>
          </ac:spMkLst>
        </pc:spChg>
      </pc:sldChg>
      <pc:sldChg chg="addSp delSp modSp add mod ord">
        <pc:chgData name="Margo Bonal" userId="18c9fa0f-b53d-478b-9dc0-6ad88786c19f" providerId="ADAL" clId="{93D479E5-F67F-4B8A-A78F-A0B574A116B6}" dt="2026-03-20T14:47:52.239" v="2496" actId="1076"/>
        <pc:sldMkLst>
          <pc:docMk/>
          <pc:sldMk cId="1364178525" sldId="281"/>
        </pc:sldMkLst>
        <pc:spChg chg="mod">
          <ac:chgData name="Margo Bonal" userId="18c9fa0f-b53d-478b-9dc0-6ad88786c19f" providerId="ADAL" clId="{93D479E5-F67F-4B8A-A78F-A0B574A116B6}" dt="2026-03-20T14:27:35.644" v="2352" actId="1076"/>
          <ac:spMkLst>
            <pc:docMk/>
            <pc:sldMk cId="1364178525" sldId="281"/>
            <ac:spMk id="2" creationId="{1BD4C61D-1E86-2376-656A-827728C4A2C2}"/>
          </ac:spMkLst>
        </pc:spChg>
        <pc:spChg chg="add mod">
          <ac:chgData name="Margo Bonal" userId="18c9fa0f-b53d-478b-9dc0-6ad88786c19f" providerId="ADAL" clId="{93D479E5-F67F-4B8A-A78F-A0B574A116B6}" dt="2026-03-20T14:47:52.239" v="2496" actId="1076"/>
          <ac:spMkLst>
            <pc:docMk/>
            <pc:sldMk cId="1364178525" sldId="281"/>
            <ac:spMk id="5" creationId="{105BD97F-88FC-7D2D-6D0A-263599A3073E}"/>
          </ac:spMkLst>
        </pc:spChg>
      </pc:sldChg>
    </pc:docChg>
  </pc:docChgLst>
  <pc:docChgLst>
    <pc:chgData name="Luke ruffing" userId="c83d55373a9d0f60" providerId="LiveId" clId="{6963CA54-E4A7-4828-84AB-93F82157D440}"/>
    <pc:docChg chg="undo custSel addSld delSld modSld sldOrd">
      <pc:chgData name="Luke ruffing" userId="c83d55373a9d0f60" providerId="LiveId" clId="{6963CA54-E4A7-4828-84AB-93F82157D440}" dt="2026-03-28T19:04:34.219" v="1492" actId="20578"/>
      <pc:docMkLst>
        <pc:docMk/>
      </pc:docMkLst>
      <pc:sldChg chg="modSp mod">
        <pc:chgData name="Luke ruffing" userId="c83d55373a9d0f60" providerId="LiveId" clId="{6963CA54-E4A7-4828-84AB-93F82157D440}" dt="2026-03-28T18:21:58.414" v="1" actId="1076"/>
        <pc:sldMkLst>
          <pc:docMk/>
          <pc:sldMk cId="1605171173" sldId="263"/>
        </pc:sldMkLst>
        <pc:spChg chg="mod">
          <ac:chgData name="Luke ruffing" userId="c83d55373a9d0f60" providerId="LiveId" clId="{6963CA54-E4A7-4828-84AB-93F82157D440}" dt="2026-03-28T18:21:58.414" v="1" actId="1076"/>
          <ac:spMkLst>
            <pc:docMk/>
            <pc:sldMk cId="1605171173" sldId="263"/>
            <ac:spMk id="3" creationId="{10ABEB13-E101-00CE-9CC4-735B136CA6F3}"/>
          </ac:spMkLst>
        </pc:spChg>
      </pc:sldChg>
      <pc:sldChg chg="del">
        <pc:chgData name="Luke ruffing" userId="c83d55373a9d0f60" providerId="LiveId" clId="{6963CA54-E4A7-4828-84AB-93F82157D440}" dt="2026-03-28T18:22:23.935" v="5" actId="2696"/>
        <pc:sldMkLst>
          <pc:docMk/>
          <pc:sldMk cId="3330183413" sldId="265"/>
        </pc:sldMkLst>
      </pc:sldChg>
      <pc:sldChg chg="del">
        <pc:chgData name="Luke ruffing" userId="c83d55373a9d0f60" providerId="LiveId" clId="{6963CA54-E4A7-4828-84AB-93F82157D440}" dt="2026-03-28T18:59:08.471" v="1349" actId="2696"/>
        <pc:sldMkLst>
          <pc:docMk/>
          <pc:sldMk cId="1241832078" sldId="280"/>
        </pc:sldMkLst>
      </pc:sldChg>
      <pc:sldChg chg="modSp add mod ord">
        <pc:chgData name="Luke ruffing" userId="c83d55373a9d0f60" providerId="LiveId" clId="{6963CA54-E4A7-4828-84AB-93F82157D440}" dt="2026-03-28T19:00:19.382" v="1385" actId="20577"/>
        <pc:sldMkLst>
          <pc:docMk/>
          <pc:sldMk cId="3932995078" sldId="282"/>
        </pc:sldMkLst>
        <pc:spChg chg="mod">
          <ac:chgData name="Luke ruffing" userId="c83d55373a9d0f60" providerId="LiveId" clId="{6963CA54-E4A7-4828-84AB-93F82157D440}" dt="2026-03-28T18:22:39.099" v="13" actId="1076"/>
          <ac:spMkLst>
            <pc:docMk/>
            <pc:sldMk cId="3932995078" sldId="282"/>
            <ac:spMk id="2" creationId="{A8B4F316-66AE-96F3-5B49-868141F72C72}"/>
          </ac:spMkLst>
        </pc:spChg>
        <pc:spChg chg="mod">
          <ac:chgData name="Luke ruffing" userId="c83d55373a9d0f60" providerId="LiveId" clId="{6963CA54-E4A7-4828-84AB-93F82157D440}" dt="2026-03-28T19:00:19.382" v="1385" actId="20577"/>
          <ac:spMkLst>
            <pc:docMk/>
            <pc:sldMk cId="3932995078" sldId="282"/>
            <ac:spMk id="3" creationId="{27033F78-12A5-C599-2958-D2A9138E70D2}"/>
          </ac:spMkLst>
        </pc:spChg>
      </pc:sldChg>
      <pc:sldChg chg="modSp add mod ord">
        <pc:chgData name="Luke ruffing" userId="c83d55373a9d0f60" providerId="LiveId" clId="{6963CA54-E4A7-4828-84AB-93F82157D440}" dt="2026-03-28T19:04:34.219" v="1492" actId="20578"/>
        <pc:sldMkLst>
          <pc:docMk/>
          <pc:sldMk cId="1221874192" sldId="283"/>
        </pc:sldMkLst>
        <pc:spChg chg="mod">
          <ac:chgData name="Luke ruffing" userId="c83d55373a9d0f60" providerId="LiveId" clId="{6963CA54-E4A7-4828-84AB-93F82157D440}" dt="2026-03-28T18:59:17.128" v="1361" actId="20577"/>
          <ac:spMkLst>
            <pc:docMk/>
            <pc:sldMk cId="1221874192" sldId="283"/>
            <ac:spMk id="2" creationId="{94C4550D-B994-49F2-6107-33DC5C4EC652}"/>
          </ac:spMkLst>
        </pc:spChg>
        <pc:spChg chg="mod">
          <ac:chgData name="Luke ruffing" userId="c83d55373a9d0f60" providerId="LiveId" clId="{6963CA54-E4A7-4828-84AB-93F82157D440}" dt="2026-03-28T19:04:34.219" v="1492" actId="20578"/>
          <ac:spMkLst>
            <pc:docMk/>
            <pc:sldMk cId="1221874192" sldId="283"/>
            <ac:spMk id="5" creationId="{1896BEE3-697D-90C4-333C-6ABB24067F5D}"/>
          </ac:spMkLst>
        </pc:spChg>
      </pc:sldChg>
      <pc:sldChg chg="add del ord">
        <pc:chgData name="Luke ruffing" userId="c83d55373a9d0f60" providerId="LiveId" clId="{6963CA54-E4A7-4828-84AB-93F82157D440}" dt="2026-03-28T18:58:53.766" v="1345" actId="2696"/>
        <pc:sldMkLst>
          <pc:docMk/>
          <pc:sldMk cId="1525693167" sldId="28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4CE768-2E19-406C-82FF-EB74201F352F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32CBA58-5400-4765-A7C0-5084E5EEA9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Explore whether AI can design secure solutions under computational time constraints. </a:t>
          </a:r>
        </a:p>
      </dgm:t>
    </dgm:pt>
    <dgm:pt modelId="{484E7DD0-9CD0-4F31-A08A-2A1226ED2338}" type="parTrans" cxnId="{7D523D34-5E82-4D76-A0A1-E69FD7FE6C41}">
      <dgm:prSet/>
      <dgm:spPr/>
      <dgm:t>
        <a:bodyPr/>
        <a:lstStyle/>
        <a:p>
          <a:endParaRPr lang="en-US"/>
        </a:p>
      </dgm:t>
    </dgm:pt>
    <dgm:pt modelId="{B0A3B6DC-656E-4F4B-AE44-848C36E41866}" type="sibTrans" cxnId="{7D523D34-5E82-4D76-A0A1-E69FD7FE6C41}">
      <dgm:prSet/>
      <dgm:spPr/>
      <dgm:t>
        <a:bodyPr/>
        <a:lstStyle/>
        <a:p>
          <a:endParaRPr lang="en-US"/>
        </a:p>
      </dgm:t>
    </dgm:pt>
    <dgm:pt modelId="{175E74B9-6B52-41FA-9939-DCE27A7DA7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Examines if AI can optimize security versus efficiency, such as producing hashing algorithms with strong Big O performance.</a:t>
          </a:r>
        </a:p>
      </dgm:t>
    </dgm:pt>
    <dgm:pt modelId="{51E74368-F942-4E05-9353-D4630561C368}" type="parTrans" cxnId="{F59A8222-3F00-407A-BA55-537D281A00D5}">
      <dgm:prSet/>
      <dgm:spPr/>
      <dgm:t>
        <a:bodyPr/>
        <a:lstStyle/>
        <a:p>
          <a:endParaRPr lang="en-US"/>
        </a:p>
      </dgm:t>
    </dgm:pt>
    <dgm:pt modelId="{A96A44AC-40FA-4CE8-82C8-BD429F011887}" type="sibTrans" cxnId="{F59A8222-3F00-407A-BA55-537D281A00D5}">
      <dgm:prSet/>
      <dgm:spPr/>
      <dgm:t>
        <a:bodyPr/>
        <a:lstStyle/>
        <a:p>
          <a:endParaRPr lang="en-US"/>
        </a:p>
      </dgm:t>
    </dgm:pt>
    <dgm:pt modelId="{3A6BCEC0-D802-4F24-A654-4C4B1C7CAF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Since encryption must balance time, memory, and computing power, our project evaluates whether AI can match the decision-making and optimization skills of a human software engineer.</a:t>
          </a:r>
        </a:p>
      </dgm:t>
    </dgm:pt>
    <dgm:pt modelId="{32B89C27-D5A0-4846-8E88-EF956EA151A6}" type="parTrans" cxnId="{B5155373-5D5D-4DD7-AE80-A8CB76FACE9C}">
      <dgm:prSet/>
      <dgm:spPr/>
      <dgm:t>
        <a:bodyPr/>
        <a:lstStyle/>
        <a:p>
          <a:endParaRPr lang="en-US"/>
        </a:p>
      </dgm:t>
    </dgm:pt>
    <dgm:pt modelId="{E91AE6E7-03D4-43DD-9D98-D1D53E115727}" type="sibTrans" cxnId="{B5155373-5D5D-4DD7-AE80-A8CB76FACE9C}">
      <dgm:prSet/>
      <dgm:spPr/>
      <dgm:t>
        <a:bodyPr/>
        <a:lstStyle/>
        <a:p>
          <a:endParaRPr lang="en-US"/>
        </a:p>
      </dgm:t>
    </dgm:pt>
    <dgm:pt modelId="{5D40738A-81AA-4D77-86F1-81BDEA6C320D}" type="pres">
      <dgm:prSet presAssocID="{F34CE768-2E19-406C-82FF-EB74201F352F}" presName="root" presStyleCnt="0">
        <dgm:presLayoutVars>
          <dgm:dir/>
          <dgm:resizeHandles val="exact"/>
        </dgm:presLayoutVars>
      </dgm:prSet>
      <dgm:spPr/>
    </dgm:pt>
    <dgm:pt modelId="{06FFF9B6-2560-484F-90F1-F3A878565893}" type="pres">
      <dgm:prSet presAssocID="{932CBA58-5400-4765-A7C0-5084E5EEA9CD}" presName="compNode" presStyleCnt="0"/>
      <dgm:spPr/>
    </dgm:pt>
    <dgm:pt modelId="{AB23A7F0-F07D-4CDA-BADA-CE0BCDAA3A3B}" type="pres">
      <dgm:prSet presAssocID="{932CBA58-5400-4765-A7C0-5084E5EEA9CD}" presName="bgRect" presStyleLbl="bgShp" presStyleIdx="0" presStyleCnt="3"/>
      <dgm:spPr/>
    </dgm:pt>
    <dgm:pt modelId="{67A67251-962C-450D-918E-EBA9CFA94186}" type="pres">
      <dgm:prSet presAssocID="{932CBA58-5400-4765-A7C0-5084E5EEA9C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E665AC1F-6858-44FB-AB1D-66337F50922A}" type="pres">
      <dgm:prSet presAssocID="{932CBA58-5400-4765-A7C0-5084E5EEA9CD}" presName="spaceRect" presStyleCnt="0"/>
      <dgm:spPr/>
    </dgm:pt>
    <dgm:pt modelId="{2D4BC0BB-F96C-48F7-BA63-5EA31DA644C6}" type="pres">
      <dgm:prSet presAssocID="{932CBA58-5400-4765-A7C0-5084E5EEA9CD}" presName="parTx" presStyleLbl="revTx" presStyleIdx="0" presStyleCnt="3">
        <dgm:presLayoutVars>
          <dgm:chMax val="0"/>
          <dgm:chPref val="0"/>
        </dgm:presLayoutVars>
      </dgm:prSet>
      <dgm:spPr/>
    </dgm:pt>
    <dgm:pt modelId="{F054DF12-E502-4F2F-9071-D85B2A159EF1}" type="pres">
      <dgm:prSet presAssocID="{B0A3B6DC-656E-4F4B-AE44-848C36E41866}" presName="sibTrans" presStyleCnt="0"/>
      <dgm:spPr/>
    </dgm:pt>
    <dgm:pt modelId="{6177A226-8B2C-4542-8E6F-A409F92D847B}" type="pres">
      <dgm:prSet presAssocID="{175E74B9-6B52-41FA-9939-DCE27A7DA7A7}" presName="compNode" presStyleCnt="0"/>
      <dgm:spPr/>
    </dgm:pt>
    <dgm:pt modelId="{3B7B46AD-8226-44CC-A5CC-F12F018E260E}" type="pres">
      <dgm:prSet presAssocID="{175E74B9-6B52-41FA-9939-DCE27A7DA7A7}" presName="bgRect" presStyleLbl="bgShp" presStyleIdx="1" presStyleCnt="3"/>
      <dgm:spPr/>
    </dgm:pt>
    <dgm:pt modelId="{865CB1BE-995F-491F-9738-B10AC7EA5B0A}" type="pres">
      <dgm:prSet presAssocID="{175E74B9-6B52-41FA-9939-DCE27A7DA7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013DDF8-F6A7-4C1E-8F6B-0814CD355B2B}" type="pres">
      <dgm:prSet presAssocID="{175E74B9-6B52-41FA-9939-DCE27A7DA7A7}" presName="spaceRect" presStyleCnt="0"/>
      <dgm:spPr/>
    </dgm:pt>
    <dgm:pt modelId="{B92672C4-ACB6-448C-AEEF-7EEE83D073AB}" type="pres">
      <dgm:prSet presAssocID="{175E74B9-6B52-41FA-9939-DCE27A7DA7A7}" presName="parTx" presStyleLbl="revTx" presStyleIdx="1" presStyleCnt="3">
        <dgm:presLayoutVars>
          <dgm:chMax val="0"/>
          <dgm:chPref val="0"/>
        </dgm:presLayoutVars>
      </dgm:prSet>
      <dgm:spPr/>
    </dgm:pt>
    <dgm:pt modelId="{8B9D459F-C3C5-4527-A599-E2415D7094E8}" type="pres">
      <dgm:prSet presAssocID="{A96A44AC-40FA-4CE8-82C8-BD429F011887}" presName="sibTrans" presStyleCnt="0"/>
      <dgm:spPr/>
    </dgm:pt>
    <dgm:pt modelId="{BA4DE2AD-E1C4-486F-953E-80798445716C}" type="pres">
      <dgm:prSet presAssocID="{3A6BCEC0-D802-4F24-A654-4C4B1C7CAFE0}" presName="compNode" presStyleCnt="0"/>
      <dgm:spPr/>
    </dgm:pt>
    <dgm:pt modelId="{91251D2D-7B6D-4FE7-ABB3-7C5A16E606BF}" type="pres">
      <dgm:prSet presAssocID="{3A6BCEC0-D802-4F24-A654-4C4B1C7CAFE0}" presName="bgRect" presStyleLbl="bgShp" presStyleIdx="2" presStyleCnt="3"/>
      <dgm:spPr/>
    </dgm:pt>
    <dgm:pt modelId="{23596692-8632-4948-89F1-01CC04BFC143}" type="pres">
      <dgm:prSet presAssocID="{3A6BCEC0-D802-4F24-A654-4C4B1C7CAF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0569250-75EC-47D6-A4D7-59BEECDD5824}" type="pres">
      <dgm:prSet presAssocID="{3A6BCEC0-D802-4F24-A654-4C4B1C7CAFE0}" presName="spaceRect" presStyleCnt="0"/>
      <dgm:spPr/>
    </dgm:pt>
    <dgm:pt modelId="{C34512E0-4B0B-45F5-8208-4D624D7BEC06}" type="pres">
      <dgm:prSet presAssocID="{3A6BCEC0-D802-4F24-A654-4C4B1C7CAFE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B8B5A1E-DC5C-45F5-81D6-2D55F69DFB85}" type="presOf" srcId="{F34CE768-2E19-406C-82FF-EB74201F352F}" destId="{5D40738A-81AA-4D77-86F1-81BDEA6C320D}" srcOrd="0" destOrd="0" presId="urn:microsoft.com/office/officeart/2018/2/layout/IconVerticalSolidList"/>
    <dgm:cxn modelId="{F59A8222-3F00-407A-BA55-537D281A00D5}" srcId="{F34CE768-2E19-406C-82FF-EB74201F352F}" destId="{175E74B9-6B52-41FA-9939-DCE27A7DA7A7}" srcOrd="1" destOrd="0" parTransId="{51E74368-F942-4E05-9353-D4630561C368}" sibTransId="{A96A44AC-40FA-4CE8-82C8-BD429F011887}"/>
    <dgm:cxn modelId="{7D523D34-5E82-4D76-A0A1-E69FD7FE6C41}" srcId="{F34CE768-2E19-406C-82FF-EB74201F352F}" destId="{932CBA58-5400-4765-A7C0-5084E5EEA9CD}" srcOrd="0" destOrd="0" parTransId="{484E7DD0-9CD0-4F31-A08A-2A1226ED2338}" sibTransId="{B0A3B6DC-656E-4F4B-AE44-848C36E41866}"/>
    <dgm:cxn modelId="{4FED0F50-5B2B-442F-A6A7-9684F92BA54F}" type="presOf" srcId="{932CBA58-5400-4765-A7C0-5084E5EEA9CD}" destId="{2D4BC0BB-F96C-48F7-BA63-5EA31DA644C6}" srcOrd="0" destOrd="0" presId="urn:microsoft.com/office/officeart/2018/2/layout/IconVerticalSolidList"/>
    <dgm:cxn modelId="{B5155373-5D5D-4DD7-AE80-A8CB76FACE9C}" srcId="{F34CE768-2E19-406C-82FF-EB74201F352F}" destId="{3A6BCEC0-D802-4F24-A654-4C4B1C7CAFE0}" srcOrd="2" destOrd="0" parTransId="{32B89C27-D5A0-4846-8E88-EF956EA151A6}" sibTransId="{E91AE6E7-03D4-43DD-9D98-D1D53E115727}"/>
    <dgm:cxn modelId="{8AB772D0-A226-44CB-8B4C-ECA0275A0E4D}" type="presOf" srcId="{175E74B9-6B52-41FA-9939-DCE27A7DA7A7}" destId="{B92672C4-ACB6-448C-AEEF-7EEE83D073AB}" srcOrd="0" destOrd="0" presId="urn:microsoft.com/office/officeart/2018/2/layout/IconVerticalSolidList"/>
    <dgm:cxn modelId="{B154D2D8-7074-4D88-BB46-D0028A70389E}" type="presOf" srcId="{3A6BCEC0-D802-4F24-A654-4C4B1C7CAFE0}" destId="{C34512E0-4B0B-45F5-8208-4D624D7BEC06}" srcOrd="0" destOrd="0" presId="urn:microsoft.com/office/officeart/2018/2/layout/IconVerticalSolidList"/>
    <dgm:cxn modelId="{FE9610BF-65C7-4D52-A5AA-48D104B0D587}" type="presParOf" srcId="{5D40738A-81AA-4D77-86F1-81BDEA6C320D}" destId="{06FFF9B6-2560-484F-90F1-F3A878565893}" srcOrd="0" destOrd="0" presId="urn:microsoft.com/office/officeart/2018/2/layout/IconVerticalSolidList"/>
    <dgm:cxn modelId="{AB551819-9B6D-496D-8C57-80324510CDF2}" type="presParOf" srcId="{06FFF9B6-2560-484F-90F1-F3A878565893}" destId="{AB23A7F0-F07D-4CDA-BADA-CE0BCDAA3A3B}" srcOrd="0" destOrd="0" presId="urn:microsoft.com/office/officeart/2018/2/layout/IconVerticalSolidList"/>
    <dgm:cxn modelId="{2D47E584-F367-4D57-A140-F4C6D9B093A9}" type="presParOf" srcId="{06FFF9B6-2560-484F-90F1-F3A878565893}" destId="{67A67251-962C-450D-918E-EBA9CFA94186}" srcOrd="1" destOrd="0" presId="urn:microsoft.com/office/officeart/2018/2/layout/IconVerticalSolidList"/>
    <dgm:cxn modelId="{F9975A48-5BAD-47B7-BA73-4BBFCD35B66F}" type="presParOf" srcId="{06FFF9B6-2560-484F-90F1-F3A878565893}" destId="{E665AC1F-6858-44FB-AB1D-66337F50922A}" srcOrd="2" destOrd="0" presId="urn:microsoft.com/office/officeart/2018/2/layout/IconVerticalSolidList"/>
    <dgm:cxn modelId="{DA050A95-8369-4843-8FCD-FC2E73E43CE2}" type="presParOf" srcId="{06FFF9B6-2560-484F-90F1-F3A878565893}" destId="{2D4BC0BB-F96C-48F7-BA63-5EA31DA644C6}" srcOrd="3" destOrd="0" presId="urn:microsoft.com/office/officeart/2018/2/layout/IconVerticalSolidList"/>
    <dgm:cxn modelId="{CD374F96-2695-49A5-B92E-E0C308E7A92F}" type="presParOf" srcId="{5D40738A-81AA-4D77-86F1-81BDEA6C320D}" destId="{F054DF12-E502-4F2F-9071-D85B2A159EF1}" srcOrd="1" destOrd="0" presId="urn:microsoft.com/office/officeart/2018/2/layout/IconVerticalSolidList"/>
    <dgm:cxn modelId="{E5E305FE-2625-452C-A2FE-CB590039FA49}" type="presParOf" srcId="{5D40738A-81AA-4D77-86F1-81BDEA6C320D}" destId="{6177A226-8B2C-4542-8E6F-A409F92D847B}" srcOrd="2" destOrd="0" presId="urn:microsoft.com/office/officeart/2018/2/layout/IconVerticalSolidList"/>
    <dgm:cxn modelId="{534AEE55-08D9-4A82-BDEB-A556F39E224E}" type="presParOf" srcId="{6177A226-8B2C-4542-8E6F-A409F92D847B}" destId="{3B7B46AD-8226-44CC-A5CC-F12F018E260E}" srcOrd="0" destOrd="0" presId="urn:microsoft.com/office/officeart/2018/2/layout/IconVerticalSolidList"/>
    <dgm:cxn modelId="{36A193D9-AEBE-4298-BAF7-87C152660CE7}" type="presParOf" srcId="{6177A226-8B2C-4542-8E6F-A409F92D847B}" destId="{865CB1BE-995F-491F-9738-B10AC7EA5B0A}" srcOrd="1" destOrd="0" presId="urn:microsoft.com/office/officeart/2018/2/layout/IconVerticalSolidList"/>
    <dgm:cxn modelId="{9470F082-3772-456D-A372-0579F022AEE5}" type="presParOf" srcId="{6177A226-8B2C-4542-8E6F-A409F92D847B}" destId="{4013DDF8-F6A7-4C1E-8F6B-0814CD355B2B}" srcOrd="2" destOrd="0" presId="urn:microsoft.com/office/officeart/2018/2/layout/IconVerticalSolidList"/>
    <dgm:cxn modelId="{0C0A14BD-7363-471E-82AC-FA1F3FB866AF}" type="presParOf" srcId="{6177A226-8B2C-4542-8E6F-A409F92D847B}" destId="{B92672C4-ACB6-448C-AEEF-7EEE83D073AB}" srcOrd="3" destOrd="0" presId="urn:microsoft.com/office/officeart/2018/2/layout/IconVerticalSolidList"/>
    <dgm:cxn modelId="{10D52813-DC6E-41A1-A3F7-03B1F4618818}" type="presParOf" srcId="{5D40738A-81AA-4D77-86F1-81BDEA6C320D}" destId="{8B9D459F-C3C5-4527-A599-E2415D7094E8}" srcOrd="3" destOrd="0" presId="urn:microsoft.com/office/officeart/2018/2/layout/IconVerticalSolidList"/>
    <dgm:cxn modelId="{148C25B0-E85D-4539-B077-42FAF2D43124}" type="presParOf" srcId="{5D40738A-81AA-4D77-86F1-81BDEA6C320D}" destId="{BA4DE2AD-E1C4-486F-953E-80798445716C}" srcOrd="4" destOrd="0" presId="urn:microsoft.com/office/officeart/2018/2/layout/IconVerticalSolidList"/>
    <dgm:cxn modelId="{5DA462A2-C94D-4C96-8067-28B5F0405877}" type="presParOf" srcId="{BA4DE2AD-E1C4-486F-953E-80798445716C}" destId="{91251D2D-7B6D-4FE7-ABB3-7C5A16E606BF}" srcOrd="0" destOrd="0" presId="urn:microsoft.com/office/officeart/2018/2/layout/IconVerticalSolidList"/>
    <dgm:cxn modelId="{E5337376-750E-4535-BF09-7BA52CF4557F}" type="presParOf" srcId="{BA4DE2AD-E1C4-486F-953E-80798445716C}" destId="{23596692-8632-4948-89F1-01CC04BFC143}" srcOrd="1" destOrd="0" presId="urn:microsoft.com/office/officeart/2018/2/layout/IconVerticalSolidList"/>
    <dgm:cxn modelId="{1A0408D1-1F5D-460D-AA65-7C89F7E6E8D4}" type="presParOf" srcId="{BA4DE2AD-E1C4-486F-953E-80798445716C}" destId="{30569250-75EC-47D6-A4D7-59BEECDD5824}" srcOrd="2" destOrd="0" presId="urn:microsoft.com/office/officeart/2018/2/layout/IconVerticalSolidList"/>
    <dgm:cxn modelId="{B73E1A23-6B83-41A1-84CE-B1A3E6518C2E}" type="presParOf" srcId="{BA4DE2AD-E1C4-486F-953E-80798445716C}" destId="{C34512E0-4B0B-45F5-8208-4D624D7BEC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2FF7C5-DDFC-4FCC-8CF6-44A4F8C4D016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506B450-383C-49A7-95DE-CA26ADE06E4A}">
      <dgm:prSet/>
      <dgm:spPr/>
      <dgm:t>
        <a:bodyPr/>
        <a:lstStyle/>
        <a:p>
          <a:r>
            <a:rPr lang="en-US" dirty="0"/>
            <a:t>Algorithm Selection Prompt:</a:t>
          </a:r>
        </a:p>
      </dgm:t>
    </dgm:pt>
    <dgm:pt modelId="{842D64C0-5B6C-493B-A87B-83442C28C50D}" type="parTrans" cxnId="{60AC8B8B-6AB6-4454-AFB9-492A7878F4C2}">
      <dgm:prSet/>
      <dgm:spPr/>
      <dgm:t>
        <a:bodyPr/>
        <a:lstStyle/>
        <a:p>
          <a:endParaRPr lang="en-US"/>
        </a:p>
      </dgm:t>
    </dgm:pt>
    <dgm:pt modelId="{116DF33F-1C84-4DCE-B7D7-30ABF32B6E27}" type="sibTrans" cxnId="{60AC8B8B-6AB6-4454-AFB9-492A7878F4C2}">
      <dgm:prSet/>
      <dgm:spPr/>
      <dgm:t>
        <a:bodyPr/>
        <a:lstStyle/>
        <a:p>
          <a:endParaRPr lang="en-US"/>
        </a:p>
      </dgm:t>
    </dgm:pt>
    <dgm:pt modelId="{1F733022-E8E0-4C8E-896B-5AF40C4C44DC}">
      <dgm:prSet/>
      <dgm:spPr/>
      <dgm:t>
        <a:bodyPr/>
        <a:lstStyle/>
        <a:p>
          <a:r>
            <a:rPr lang="en-US" dirty="0"/>
            <a:t>Data center needs to encrypt their employee’s system passwords. </a:t>
          </a:r>
        </a:p>
      </dgm:t>
    </dgm:pt>
    <dgm:pt modelId="{C7A279C0-3218-4BD0-995A-CCF5BC52CFA0}" type="parTrans" cxnId="{522C2A69-1F50-4440-8D51-3C159F4570B1}">
      <dgm:prSet/>
      <dgm:spPr/>
      <dgm:t>
        <a:bodyPr/>
        <a:lstStyle/>
        <a:p>
          <a:endParaRPr lang="en-US"/>
        </a:p>
      </dgm:t>
    </dgm:pt>
    <dgm:pt modelId="{5E8FEC3F-432A-47F5-923E-CAC143E72DA0}" type="sibTrans" cxnId="{522C2A69-1F50-4440-8D51-3C159F4570B1}">
      <dgm:prSet/>
      <dgm:spPr/>
      <dgm:t>
        <a:bodyPr/>
        <a:lstStyle/>
        <a:p>
          <a:endParaRPr lang="en-US"/>
        </a:p>
      </dgm:t>
    </dgm:pt>
    <dgm:pt modelId="{F92BA774-45C4-4FB9-A4C9-DD4A0E80EC3E}">
      <dgm:prSet/>
      <dgm:spPr/>
      <dgm:t>
        <a:bodyPr/>
        <a:lstStyle/>
        <a:p>
          <a:r>
            <a:rPr lang="en-US" dirty="0"/>
            <a:t>passwords requirements: 8 characters, numbers and special characters. </a:t>
          </a:r>
        </a:p>
      </dgm:t>
    </dgm:pt>
    <dgm:pt modelId="{90287BE2-7DBC-427A-BC4F-9565F37F0428}" type="parTrans" cxnId="{86A9748B-49AE-4565-9BCA-F1C2B7241F37}">
      <dgm:prSet/>
      <dgm:spPr/>
      <dgm:t>
        <a:bodyPr/>
        <a:lstStyle/>
        <a:p>
          <a:endParaRPr lang="en-US"/>
        </a:p>
      </dgm:t>
    </dgm:pt>
    <dgm:pt modelId="{AAD41CA0-1E8A-4C3A-9617-767B25D90187}" type="sibTrans" cxnId="{86A9748B-49AE-4565-9BCA-F1C2B7241F37}">
      <dgm:prSet/>
      <dgm:spPr/>
      <dgm:t>
        <a:bodyPr/>
        <a:lstStyle/>
        <a:p>
          <a:endParaRPr lang="en-US"/>
        </a:p>
      </dgm:t>
    </dgm:pt>
    <dgm:pt modelId="{2CEE9DCB-A6BD-46AD-B15C-0C611469F2C5}">
      <dgm:prSet/>
      <dgm:spPr/>
      <dgm:t>
        <a:bodyPr/>
        <a:lstStyle/>
        <a:p>
          <a:r>
            <a:rPr lang="en-US" dirty="0"/>
            <a:t>encrypt the password account creation and verified on relogging in, no lag </a:t>
          </a:r>
        </a:p>
      </dgm:t>
    </dgm:pt>
    <dgm:pt modelId="{F8445472-BD43-4278-8516-C6B4C9552936}" type="parTrans" cxnId="{46BF8B34-F404-418D-8D6E-116E0135AEBA}">
      <dgm:prSet/>
      <dgm:spPr/>
      <dgm:t>
        <a:bodyPr/>
        <a:lstStyle/>
        <a:p>
          <a:endParaRPr lang="en-US"/>
        </a:p>
      </dgm:t>
    </dgm:pt>
    <dgm:pt modelId="{7B7B2F5F-316C-4E53-932E-9A97DE1FC3C3}" type="sibTrans" cxnId="{46BF8B34-F404-418D-8D6E-116E0135AEBA}">
      <dgm:prSet/>
      <dgm:spPr/>
      <dgm:t>
        <a:bodyPr/>
        <a:lstStyle/>
        <a:p>
          <a:endParaRPr lang="en-US"/>
        </a:p>
      </dgm:t>
    </dgm:pt>
    <dgm:pt modelId="{7411F774-7681-45D1-B19F-DE0AE3AAD156}">
      <dgm:prSet/>
      <dgm:spPr/>
      <dgm:t>
        <a:bodyPr/>
        <a:lstStyle/>
        <a:p>
          <a:r>
            <a:rPr lang="en-US" dirty="0"/>
            <a:t>200 employees all need accounts. </a:t>
          </a:r>
        </a:p>
      </dgm:t>
    </dgm:pt>
    <dgm:pt modelId="{32D09D26-93C7-4308-BAAF-A701266E82FF}" type="parTrans" cxnId="{34EE6D82-7D06-46B0-BE7F-9ED083451D51}">
      <dgm:prSet/>
      <dgm:spPr/>
      <dgm:t>
        <a:bodyPr/>
        <a:lstStyle/>
        <a:p>
          <a:endParaRPr lang="en-US"/>
        </a:p>
      </dgm:t>
    </dgm:pt>
    <dgm:pt modelId="{5C17C577-7945-4CCA-AE1B-6F774F573566}" type="sibTrans" cxnId="{34EE6D82-7D06-46B0-BE7F-9ED083451D51}">
      <dgm:prSet/>
      <dgm:spPr/>
      <dgm:t>
        <a:bodyPr/>
        <a:lstStyle/>
        <a:p>
          <a:endParaRPr lang="en-US"/>
        </a:p>
      </dgm:t>
    </dgm:pt>
    <dgm:pt modelId="{906602F9-CBE5-459C-9F9E-340033715C76}">
      <dgm:prSet/>
      <dgm:spPr/>
      <dgm:t>
        <a:bodyPr/>
        <a:lstStyle/>
        <a:p>
          <a:r>
            <a:rPr lang="en-US" dirty="0"/>
            <a:t>Which encryption approach should be used and why?</a:t>
          </a:r>
        </a:p>
      </dgm:t>
    </dgm:pt>
    <dgm:pt modelId="{3108275D-A3FF-4111-8655-AD6F9B993709}" type="parTrans" cxnId="{069310A3-D27F-47D7-8D31-EBDB0637F025}">
      <dgm:prSet/>
      <dgm:spPr/>
      <dgm:t>
        <a:bodyPr/>
        <a:lstStyle/>
        <a:p>
          <a:endParaRPr lang="en-US"/>
        </a:p>
      </dgm:t>
    </dgm:pt>
    <dgm:pt modelId="{DC7C9212-1571-4260-BA7D-0E2B610E0224}" type="sibTrans" cxnId="{069310A3-D27F-47D7-8D31-EBDB0637F025}">
      <dgm:prSet/>
      <dgm:spPr/>
      <dgm:t>
        <a:bodyPr/>
        <a:lstStyle/>
        <a:p>
          <a:endParaRPr lang="en-US"/>
        </a:p>
      </dgm:t>
    </dgm:pt>
    <dgm:pt modelId="{CFF74401-47AE-4DDB-9170-1000D9872599}">
      <dgm:prSet/>
      <dgm:spPr/>
      <dgm:t>
        <a:bodyPr/>
        <a:lstStyle/>
        <a:p>
          <a:r>
            <a:rPr lang="en-US" dirty="0"/>
            <a:t>Optimization Prompt:</a:t>
          </a:r>
        </a:p>
      </dgm:t>
    </dgm:pt>
    <dgm:pt modelId="{5B1CD276-B0C6-4AEE-BFC1-35F4AD99F093}" type="parTrans" cxnId="{7DD29481-3C19-432F-89F8-5D238BF3A8FF}">
      <dgm:prSet/>
      <dgm:spPr/>
      <dgm:t>
        <a:bodyPr/>
        <a:lstStyle/>
        <a:p>
          <a:endParaRPr lang="en-US"/>
        </a:p>
      </dgm:t>
    </dgm:pt>
    <dgm:pt modelId="{11B2A8AB-BC96-4370-9024-ECF97AE457CC}" type="sibTrans" cxnId="{7DD29481-3C19-432F-89F8-5D238BF3A8FF}">
      <dgm:prSet/>
      <dgm:spPr/>
      <dgm:t>
        <a:bodyPr/>
        <a:lstStyle/>
        <a:p>
          <a:endParaRPr lang="en-US"/>
        </a:p>
      </dgm:t>
    </dgm:pt>
    <dgm:pt modelId="{1212F617-CA53-4C82-ADA4-76C0B1BA278F}">
      <dgm:prSet/>
      <dgm:spPr/>
      <dgm:t>
        <a:bodyPr/>
        <a:lstStyle/>
        <a:p>
          <a:r>
            <a:rPr lang="en-US" dirty="0"/>
            <a:t>A system must encrypt 5GB of data/hr. on limited hardware. </a:t>
          </a:r>
        </a:p>
      </dgm:t>
    </dgm:pt>
    <dgm:pt modelId="{FC86BB2D-E4F9-403D-9AD2-A02BE0A7CF33}" type="parTrans" cxnId="{FD5A6962-96A8-4955-8247-E273B22A9EF5}">
      <dgm:prSet/>
      <dgm:spPr/>
      <dgm:t>
        <a:bodyPr/>
        <a:lstStyle/>
        <a:p>
          <a:endParaRPr lang="en-US"/>
        </a:p>
      </dgm:t>
    </dgm:pt>
    <dgm:pt modelId="{FA27F0CC-F208-4FB3-8E39-D7C03E12B95B}" type="sibTrans" cxnId="{FD5A6962-96A8-4955-8247-E273B22A9EF5}">
      <dgm:prSet/>
      <dgm:spPr/>
      <dgm:t>
        <a:bodyPr/>
        <a:lstStyle/>
        <a:p>
          <a:endParaRPr lang="en-US"/>
        </a:p>
      </dgm:t>
    </dgm:pt>
    <dgm:pt modelId="{A67A24B9-C535-4D21-BADE-46392AA34B7A}">
      <dgm:prSet/>
      <dgm:spPr/>
      <dgm:t>
        <a:bodyPr/>
        <a:lstStyle/>
        <a:p>
          <a:r>
            <a:rPr lang="en-US" dirty="0"/>
            <a:t>High security required, latency must remain under 200ms/ transaction.</a:t>
          </a:r>
        </a:p>
      </dgm:t>
    </dgm:pt>
    <dgm:pt modelId="{773816A5-E35C-4E2A-BBD8-856E61FCFAB4}" type="parTrans" cxnId="{DDD7D95A-6018-4AB8-902C-5C41804E18DC}">
      <dgm:prSet/>
      <dgm:spPr/>
      <dgm:t>
        <a:bodyPr/>
        <a:lstStyle/>
        <a:p>
          <a:endParaRPr lang="en-US"/>
        </a:p>
      </dgm:t>
    </dgm:pt>
    <dgm:pt modelId="{D9555C8B-05DF-491A-894C-78BB76A4373D}" type="sibTrans" cxnId="{DDD7D95A-6018-4AB8-902C-5C41804E18DC}">
      <dgm:prSet/>
      <dgm:spPr/>
      <dgm:t>
        <a:bodyPr/>
        <a:lstStyle/>
        <a:p>
          <a:endParaRPr lang="en-US"/>
        </a:p>
      </dgm:t>
    </dgm:pt>
    <dgm:pt modelId="{E57B0AAE-AD58-4B75-80F0-60E5C664D80B}">
      <dgm:prSet/>
      <dgm:spPr/>
      <dgm:t>
        <a:bodyPr/>
        <a:lstStyle/>
        <a:p>
          <a:r>
            <a:rPr lang="en-US" dirty="0"/>
            <a:t>Which encryption approach should be used and how can it be optimized?</a:t>
          </a:r>
        </a:p>
      </dgm:t>
    </dgm:pt>
    <dgm:pt modelId="{E7FC67F6-EC75-489A-9064-9D30F8EA19ED}" type="parTrans" cxnId="{CDDF6D73-F24D-4025-982E-7D4350A7D125}">
      <dgm:prSet/>
      <dgm:spPr/>
      <dgm:t>
        <a:bodyPr/>
        <a:lstStyle/>
        <a:p>
          <a:endParaRPr lang="en-US"/>
        </a:p>
      </dgm:t>
    </dgm:pt>
    <dgm:pt modelId="{385AC921-76A5-4156-BB31-D37552381F30}" type="sibTrans" cxnId="{CDDF6D73-F24D-4025-982E-7D4350A7D125}">
      <dgm:prSet/>
      <dgm:spPr/>
      <dgm:t>
        <a:bodyPr/>
        <a:lstStyle/>
        <a:p>
          <a:endParaRPr lang="en-US"/>
        </a:p>
      </dgm:t>
    </dgm:pt>
    <dgm:pt modelId="{21FD6607-7A6F-435D-8F4C-56C4E1389314}">
      <dgm:prSet/>
      <dgm:spPr/>
      <dgm:t>
        <a:bodyPr/>
        <a:lstStyle/>
        <a:p>
          <a:r>
            <a:rPr lang="en-US" dirty="0"/>
            <a:t>Complexity Prompt:</a:t>
          </a:r>
        </a:p>
      </dgm:t>
    </dgm:pt>
    <dgm:pt modelId="{D392662E-5D98-4CA2-8F8C-F675CEF2B3DD}" type="parTrans" cxnId="{F297A52D-06BB-498A-B813-A276A569E14A}">
      <dgm:prSet/>
      <dgm:spPr/>
      <dgm:t>
        <a:bodyPr/>
        <a:lstStyle/>
        <a:p>
          <a:endParaRPr lang="en-US"/>
        </a:p>
      </dgm:t>
    </dgm:pt>
    <dgm:pt modelId="{76871E72-DDB7-45B5-B5D8-93D92F55FBBD}" type="sibTrans" cxnId="{F297A52D-06BB-498A-B813-A276A569E14A}">
      <dgm:prSet/>
      <dgm:spPr/>
      <dgm:t>
        <a:bodyPr/>
        <a:lstStyle/>
        <a:p>
          <a:endParaRPr lang="en-US"/>
        </a:p>
      </dgm:t>
    </dgm:pt>
    <dgm:pt modelId="{354A0408-CDBB-474E-9AED-3007A6216A83}">
      <dgm:prSet/>
      <dgm:spPr/>
      <dgm:t>
        <a:bodyPr/>
        <a:lstStyle/>
        <a:p>
          <a:r>
            <a:rPr lang="en-US" dirty="0"/>
            <a:t>Design a small encryption algorithm to encrypt license numbers in constant time then in log time in python.</a:t>
          </a:r>
        </a:p>
      </dgm:t>
    </dgm:pt>
    <dgm:pt modelId="{67E5C953-5EB3-4276-9D04-1829D5AF0E3E}" type="parTrans" cxnId="{CCB3AD29-411D-46CA-A668-C6362F394949}">
      <dgm:prSet/>
      <dgm:spPr/>
      <dgm:t>
        <a:bodyPr/>
        <a:lstStyle/>
        <a:p>
          <a:endParaRPr lang="en-US"/>
        </a:p>
      </dgm:t>
    </dgm:pt>
    <dgm:pt modelId="{DBEF5A03-789C-4977-ABA5-B46878F15E4A}" type="sibTrans" cxnId="{CCB3AD29-411D-46CA-A668-C6362F394949}">
      <dgm:prSet/>
      <dgm:spPr/>
      <dgm:t>
        <a:bodyPr/>
        <a:lstStyle/>
        <a:p>
          <a:endParaRPr lang="en-US"/>
        </a:p>
      </dgm:t>
    </dgm:pt>
    <dgm:pt modelId="{5E2D6849-08A0-4A98-B89C-F74768982A23}">
      <dgm:prSet/>
      <dgm:spPr/>
      <dgm:t>
        <a:bodyPr/>
        <a:lstStyle/>
        <a:p>
          <a:r>
            <a:rPr lang="en-US" dirty="0"/>
            <a:t>Security Analysis Prompt:</a:t>
          </a:r>
        </a:p>
      </dgm:t>
    </dgm:pt>
    <dgm:pt modelId="{FDC004F1-3D7C-4DDF-8C2D-DFCC6B729ACB}" type="parTrans" cxnId="{3BD6318A-3328-4FFF-AAF2-A2880216F475}">
      <dgm:prSet/>
      <dgm:spPr/>
      <dgm:t>
        <a:bodyPr/>
        <a:lstStyle/>
        <a:p>
          <a:endParaRPr lang="en-US"/>
        </a:p>
      </dgm:t>
    </dgm:pt>
    <dgm:pt modelId="{A7CD8258-BA4F-4427-AE02-9D6CD796C05B}" type="sibTrans" cxnId="{3BD6318A-3328-4FFF-AAF2-A2880216F475}">
      <dgm:prSet/>
      <dgm:spPr/>
      <dgm:t>
        <a:bodyPr/>
        <a:lstStyle/>
        <a:p>
          <a:endParaRPr lang="en-US"/>
        </a:p>
      </dgm:t>
    </dgm:pt>
    <dgm:pt modelId="{5E1F445B-7A0E-4335-8A93-4BA59DCD384B}">
      <dgm:prSet/>
      <dgm:spPr/>
      <dgm:t>
        <a:bodyPr/>
        <a:lstStyle/>
        <a:p>
          <a:r>
            <a:rPr lang="en-US" dirty="0"/>
            <a:t>Provide a solution to hash a bank’s transaction history, sacrifice computational time to prove the best security.</a:t>
          </a:r>
        </a:p>
      </dgm:t>
    </dgm:pt>
    <dgm:pt modelId="{9097335D-FE3D-48AF-9FB3-3685B44F427B}" type="parTrans" cxnId="{6F79A546-B057-4400-9932-6A3AB17BF8BB}">
      <dgm:prSet/>
      <dgm:spPr/>
      <dgm:t>
        <a:bodyPr/>
        <a:lstStyle/>
        <a:p>
          <a:endParaRPr lang="en-US"/>
        </a:p>
      </dgm:t>
    </dgm:pt>
    <dgm:pt modelId="{198C1C7D-6331-4519-B362-808AA20BCFA6}" type="sibTrans" cxnId="{6F79A546-B057-4400-9932-6A3AB17BF8BB}">
      <dgm:prSet/>
      <dgm:spPr/>
      <dgm:t>
        <a:bodyPr/>
        <a:lstStyle/>
        <a:p>
          <a:endParaRPr lang="en-US"/>
        </a:p>
      </dgm:t>
    </dgm:pt>
    <dgm:pt modelId="{9BB90B76-3955-43A4-A6F6-9A346CA73AB7}" type="pres">
      <dgm:prSet presAssocID="{842FF7C5-DDFC-4FCC-8CF6-44A4F8C4D016}" presName="linear" presStyleCnt="0">
        <dgm:presLayoutVars>
          <dgm:animLvl val="lvl"/>
          <dgm:resizeHandles val="exact"/>
        </dgm:presLayoutVars>
      </dgm:prSet>
      <dgm:spPr/>
    </dgm:pt>
    <dgm:pt modelId="{556B63D7-35A8-4E3C-A12B-0B8330C5EC23}" type="pres">
      <dgm:prSet presAssocID="{A506B450-383C-49A7-95DE-CA26ADE06E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A11E40-FE82-4E6E-AB06-F82A9D7A872F}" type="pres">
      <dgm:prSet presAssocID="{A506B450-383C-49A7-95DE-CA26ADE06E4A}" presName="childText" presStyleLbl="revTx" presStyleIdx="0" presStyleCnt="4">
        <dgm:presLayoutVars>
          <dgm:bulletEnabled val="1"/>
        </dgm:presLayoutVars>
      </dgm:prSet>
      <dgm:spPr/>
    </dgm:pt>
    <dgm:pt modelId="{593C3B68-A051-4B7A-A7D9-C326F458E9E9}" type="pres">
      <dgm:prSet presAssocID="{CFF74401-47AE-4DDB-9170-1000D98725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9A8FEC-8851-4C5F-9AB1-5EF13D931AC4}" type="pres">
      <dgm:prSet presAssocID="{CFF74401-47AE-4DDB-9170-1000D9872599}" presName="childText" presStyleLbl="revTx" presStyleIdx="1" presStyleCnt="4">
        <dgm:presLayoutVars>
          <dgm:bulletEnabled val="1"/>
        </dgm:presLayoutVars>
      </dgm:prSet>
      <dgm:spPr/>
    </dgm:pt>
    <dgm:pt modelId="{0EB5553C-B264-4CE8-9376-34C93F20CDCF}" type="pres">
      <dgm:prSet presAssocID="{21FD6607-7A6F-435D-8F4C-56C4E13893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5293EE-F517-42D9-A193-51117CA0A769}" type="pres">
      <dgm:prSet presAssocID="{21FD6607-7A6F-435D-8F4C-56C4E1389314}" presName="childText" presStyleLbl="revTx" presStyleIdx="2" presStyleCnt="4">
        <dgm:presLayoutVars>
          <dgm:bulletEnabled val="1"/>
        </dgm:presLayoutVars>
      </dgm:prSet>
      <dgm:spPr/>
    </dgm:pt>
    <dgm:pt modelId="{5AF7264F-099F-4429-81AD-3B9D13EAD7CD}" type="pres">
      <dgm:prSet presAssocID="{5E2D6849-08A0-4A98-B89C-F74768982A2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8B2023B-B9F5-4A00-9832-4B141375B153}" type="pres">
      <dgm:prSet presAssocID="{5E2D6849-08A0-4A98-B89C-F74768982A2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D747211C-A392-4CAE-8EFA-56040E9B5046}" type="presOf" srcId="{906602F9-CBE5-459C-9F9E-340033715C76}" destId="{E4A11E40-FE82-4E6E-AB06-F82A9D7A872F}" srcOrd="0" destOrd="4" presId="urn:microsoft.com/office/officeart/2005/8/layout/vList2"/>
    <dgm:cxn modelId="{B333B01C-D3F8-4AA4-9830-CB3B2646C021}" type="presOf" srcId="{1F733022-E8E0-4C8E-896B-5AF40C4C44DC}" destId="{E4A11E40-FE82-4E6E-AB06-F82A9D7A872F}" srcOrd="0" destOrd="0" presId="urn:microsoft.com/office/officeart/2005/8/layout/vList2"/>
    <dgm:cxn modelId="{CCB3AD29-411D-46CA-A668-C6362F394949}" srcId="{21FD6607-7A6F-435D-8F4C-56C4E1389314}" destId="{354A0408-CDBB-474E-9AED-3007A6216A83}" srcOrd="0" destOrd="0" parTransId="{67E5C953-5EB3-4276-9D04-1829D5AF0E3E}" sibTransId="{DBEF5A03-789C-4977-ABA5-B46878F15E4A}"/>
    <dgm:cxn modelId="{F297A52D-06BB-498A-B813-A276A569E14A}" srcId="{842FF7C5-DDFC-4FCC-8CF6-44A4F8C4D016}" destId="{21FD6607-7A6F-435D-8F4C-56C4E1389314}" srcOrd="2" destOrd="0" parTransId="{D392662E-5D98-4CA2-8F8C-F675CEF2B3DD}" sibTransId="{76871E72-DDB7-45B5-B5D8-93D92F55FBBD}"/>
    <dgm:cxn modelId="{C775F630-F094-434F-86CC-311C1AA199AB}" type="presOf" srcId="{F92BA774-45C4-4FB9-A4C9-DD4A0E80EC3E}" destId="{E4A11E40-FE82-4E6E-AB06-F82A9D7A872F}" srcOrd="0" destOrd="1" presId="urn:microsoft.com/office/officeart/2005/8/layout/vList2"/>
    <dgm:cxn modelId="{46BF8B34-F404-418D-8D6E-116E0135AEBA}" srcId="{A506B450-383C-49A7-95DE-CA26ADE06E4A}" destId="{2CEE9DCB-A6BD-46AD-B15C-0C611469F2C5}" srcOrd="2" destOrd="0" parTransId="{F8445472-BD43-4278-8516-C6B4C9552936}" sibTransId="{7B7B2F5F-316C-4E53-932E-9A97DE1FC3C3}"/>
    <dgm:cxn modelId="{FD5A6962-96A8-4955-8247-E273B22A9EF5}" srcId="{CFF74401-47AE-4DDB-9170-1000D9872599}" destId="{1212F617-CA53-4C82-ADA4-76C0B1BA278F}" srcOrd="0" destOrd="0" parTransId="{FC86BB2D-E4F9-403D-9AD2-A02BE0A7CF33}" sibTransId="{FA27F0CC-F208-4FB3-8E39-D7C03E12B95B}"/>
    <dgm:cxn modelId="{6F79A546-B057-4400-9932-6A3AB17BF8BB}" srcId="{5E2D6849-08A0-4A98-B89C-F74768982A23}" destId="{5E1F445B-7A0E-4335-8A93-4BA59DCD384B}" srcOrd="0" destOrd="0" parTransId="{9097335D-FE3D-48AF-9FB3-3685B44F427B}" sibTransId="{198C1C7D-6331-4519-B362-808AA20BCFA6}"/>
    <dgm:cxn modelId="{0822DD46-58DC-4EB1-B3BD-614CC05288DC}" type="presOf" srcId="{2CEE9DCB-A6BD-46AD-B15C-0C611469F2C5}" destId="{E4A11E40-FE82-4E6E-AB06-F82A9D7A872F}" srcOrd="0" destOrd="2" presId="urn:microsoft.com/office/officeart/2005/8/layout/vList2"/>
    <dgm:cxn modelId="{E3F25668-7811-4BE6-BFF3-6E854E56AB5A}" type="presOf" srcId="{E57B0AAE-AD58-4B75-80F0-60E5C664D80B}" destId="{FD9A8FEC-8851-4C5F-9AB1-5EF13D931AC4}" srcOrd="0" destOrd="2" presId="urn:microsoft.com/office/officeart/2005/8/layout/vList2"/>
    <dgm:cxn modelId="{522C2A69-1F50-4440-8D51-3C159F4570B1}" srcId="{A506B450-383C-49A7-95DE-CA26ADE06E4A}" destId="{1F733022-E8E0-4C8E-896B-5AF40C4C44DC}" srcOrd="0" destOrd="0" parTransId="{C7A279C0-3218-4BD0-995A-CCF5BC52CFA0}" sibTransId="{5E8FEC3F-432A-47F5-923E-CAC143E72DA0}"/>
    <dgm:cxn modelId="{0269684B-4FCC-473E-BFBA-942F503E14E6}" type="presOf" srcId="{1212F617-CA53-4C82-ADA4-76C0B1BA278F}" destId="{FD9A8FEC-8851-4C5F-9AB1-5EF13D931AC4}" srcOrd="0" destOrd="0" presId="urn:microsoft.com/office/officeart/2005/8/layout/vList2"/>
    <dgm:cxn modelId="{CDDF6D73-F24D-4025-982E-7D4350A7D125}" srcId="{CFF74401-47AE-4DDB-9170-1000D9872599}" destId="{E57B0AAE-AD58-4B75-80F0-60E5C664D80B}" srcOrd="2" destOrd="0" parTransId="{E7FC67F6-EC75-489A-9064-9D30F8EA19ED}" sibTransId="{385AC921-76A5-4156-BB31-D37552381F30}"/>
    <dgm:cxn modelId="{088F2A5A-6AFC-40D0-87B7-01BFCB64DAB9}" type="presOf" srcId="{A67A24B9-C535-4D21-BADE-46392AA34B7A}" destId="{FD9A8FEC-8851-4C5F-9AB1-5EF13D931AC4}" srcOrd="0" destOrd="1" presId="urn:microsoft.com/office/officeart/2005/8/layout/vList2"/>
    <dgm:cxn modelId="{DDD7D95A-6018-4AB8-902C-5C41804E18DC}" srcId="{CFF74401-47AE-4DDB-9170-1000D9872599}" destId="{A67A24B9-C535-4D21-BADE-46392AA34B7A}" srcOrd="1" destOrd="0" parTransId="{773816A5-E35C-4E2A-BBD8-856E61FCFAB4}" sibTransId="{D9555C8B-05DF-491A-894C-78BB76A4373D}"/>
    <dgm:cxn modelId="{7DD29481-3C19-432F-89F8-5D238BF3A8FF}" srcId="{842FF7C5-DDFC-4FCC-8CF6-44A4F8C4D016}" destId="{CFF74401-47AE-4DDB-9170-1000D9872599}" srcOrd="1" destOrd="0" parTransId="{5B1CD276-B0C6-4AEE-BFC1-35F4AD99F093}" sibTransId="{11B2A8AB-BC96-4370-9024-ECF97AE457CC}"/>
    <dgm:cxn modelId="{34EE6D82-7D06-46B0-BE7F-9ED083451D51}" srcId="{A506B450-383C-49A7-95DE-CA26ADE06E4A}" destId="{7411F774-7681-45D1-B19F-DE0AE3AAD156}" srcOrd="3" destOrd="0" parTransId="{32D09D26-93C7-4308-BAAF-A701266E82FF}" sibTransId="{5C17C577-7945-4CCA-AE1B-6F774F573566}"/>
    <dgm:cxn modelId="{3BD6318A-3328-4FFF-AAF2-A2880216F475}" srcId="{842FF7C5-DDFC-4FCC-8CF6-44A4F8C4D016}" destId="{5E2D6849-08A0-4A98-B89C-F74768982A23}" srcOrd="3" destOrd="0" parTransId="{FDC004F1-3D7C-4DDF-8C2D-DFCC6B729ACB}" sibTransId="{A7CD8258-BA4F-4427-AE02-9D6CD796C05B}"/>
    <dgm:cxn modelId="{86A9748B-49AE-4565-9BCA-F1C2B7241F37}" srcId="{A506B450-383C-49A7-95DE-CA26ADE06E4A}" destId="{F92BA774-45C4-4FB9-A4C9-DD4A0E80EC3E}" srcOrd="1" destOrd="0" parTransId="{90287BE2-7DBC-427A-BC4F-9565F37F0428}" sibTransId="{AAD41CA0-1E8A-4C3A-9617-767B25D90187}"/>
    <dgm:cxn modelId="{60AC8B8B-6AB6-4454-AFB9-492A7878F4C2}" srcId="{842FF7C5-DDFC-4FCC-8CF6-44A4F8C4D016}" destId="{A506B450-383C-49A7-95DE-CA26ADE06E4A}" srcOrd="0" destOrd="0" parTransId="{842D64C0-5B6C-493B-A87B-83442C28C50D}" sibTransId="{116DF33F-1C84-4DCE-B7D7-30ABF32B6E27}"/>
    <dgm:cxn modelId="{069310A3-D27F-47D7-8D31-EBDB0637F025}" srcId="{A506B450-383C-49A7-95DE-CA26ADE06E4A}" destId="{906602F9-CBE5-459C-9F9E-340033715C76}" srcOrd="4" destOrd="0" parTransId="{3108275D-A3FF-4111-8655-AD6F9B993709}" sibTransId="{DC7C9212-1571-4260-BA7D-0E2B610E0224}"/>
    <dgm:cxn modelId="{1B2918A5-4F9C-4A7F-8EAF-A640C2149EC5}" type="presOf" srcId="{354A0408-CDBB-474E-9AED-3007A6216A83}" destId="{085293EE-F517-42D9-A193-51117CA0A769}" srcOrd="0" destOrd="0" presId="urn:microsoft.com/office/officeart/2005/8/layout/vList2"/>
    <dgm:cxn modelId="{25F25FA5-CCF8-44A3-9326-7FD71146EA10}" type="presOf" srcId="{5E2D6849-08A0-4A98-B89C-F74768982A23}" destId="{5AF7264F-099F-4429-81AD-3B9D13EAD7CD}" srcOrd="0" destOrd="0" presId="urn:microsoft.com/office/officeart/2005/8/layout/vList2"/>
    <dgm:cxn modelId="{EBE6CEA9-78C2-420F-A11D-F44A5AED171B}" type="presOf" srcId="{7411F774-7681-45D1-B19F-DE0AE3AAD156}" destId="{E4A11E40-FE82-4E6E-AB06-F82A9D7A872F}" srcOrd="0" destOrd="3" presId="urn:microsoft.com/office/officeart/2005/8/layout/vList2"/>
    <dgm:cxn modelId="{3A4577BA-F68D-4F24-BB22-12DCE083937E}" type="presOf" srcId="{5E1F445B-7A0E-4335-8A93-4BA59DCD384B}" destId="{E8B2023B-B9F5-4A00-9832-4B141375B153}" srcOrd="0" destOrd="0" presId="urn:microsoft.com/office/officeart/2005/8/layout/vList2"/>
    <dgm:cxn modelId="{8BF1FCBA-8DFA-4BE1-83C4-FC32EDCDB813}" type="presOf" srcId="{A506B450-383C-49A7-95DE-CA26ADE06E4A}" destId="{556B63D7-35A8-4E3C-A12B-0B8330C5EC23}" srcOrd="0" destOrd="0" presId="urn:microsoft.com/office/officeart/2005/8/layout/vList2"/>
    <dgm:cxn modelId="{157FB7CB-6CD3-44F6-AA6A-54D9853FEA31}" type="presOf" srcId="{CFF74401-47AE-4DDB-9170-1000D9872599}" destId="{593C3B68-A051-4B7A-A7D9-C326F458E9E9}" srcOrd="0" destOrd="0" presId="urn:microsoft.com/office/officeart/2005/8/layout/vList2"/>
    <dgm:cxn modelId="{98E6D1CE-2C2E-41EA-98BD-998E0DCCC92B}" type="presOf" srcId="{842FF7C5-DDFC-4FCC-8CF6-44A4F8C4D016}" destId="{9BB90B76-3955-43A4-A6F6-9A346CA73AB7}" srcOrd="0" destOrd="0" presId="urn:microsoft.com/office/officeart/2005/8/layout/vList2"/>
    <dgm:cxn modelId="{280C23D2-7AEE-46A4-8158-DCA94FA582B2}" type="presOf" srcId="{21FD6607-7A6F-435D-8F4C-56C4E1389314}" destId="{0EB5553C-B264-4CE8-9376-34C93F20CDCF}" srcOrd="0" destOrd="0" presId="urn:microsoft.com/office/officeart/2005/8/layout/vList2"/>
    <dgm:cxn modelId="{712E8888-E7B2-4971-BD45-A1CD148B4BC4}" type="presParOf" srcId="{9BB90B76-3955-43A4-A6F6-9A346CA73AB7}" destId="{556B63D7-35A8-4E3C-A12B-0B8330C5EC23}" srcOrd="0" destOrd="0" presId="urn:microsoft.com/office/officeart/2005/8/layout/vList2"/>
    <dgm:cxn modelId="{3D391A04-99F5-4B43-8F74-AB51103CFB8E}" type="presParOf" srcId="{9BB90B76-3955-43A4-A6F6-9A346CA73AB7}" destId="{E4A11E40-FE82-4E6E-AB06-F82A9D7A872F}" srcOrd="1" destOrd="0" presId="urn:microsoft.com/office/officeart/2005/8/layout/vList2"/>
    <dgm:cxn modelId="{1767F04C-5EF5-460F-BEB0-F3F112F0B4BF}" type="presParOf" srcId="{9BB90B76-3955-43A4-A6F6-9A346CA73AB7}" destId="{593C3B68-A051-4B7A-A7D9-C326F458E9E9}" srcOrd="2" destOrd="0" presId="urn:microsoft.com/office/officeart/2005/8/layout/vList2"/>
    <dgm:cxn modelId="{998B35B6-95FF-4D59-B5DC-7A9201164F3F}" type="presParOf" srcId="{9BB90B76-3955-43A4-A6F6-9A346CA73AB7}" destId="{FD9A8FEC-8851-4C5F-9AB1-5EF13D931AC4}" srcOrd="3" destOrd="0" presId="urn:microsoft.com/office/officeart/2005/8/layout/vList2"/>
    <dgm:cxn modelId="{A28C70CA-D8FD-4D33-966D-F4AD7D641963}" type="presParOf" srcId="{9BB90B76-3955-43A4-A6F6-9A346CA73AB7}" destId="{0EB5553C-B264-4CE8-9376-34C93F20CDCF}" srcOrd="4" destOrd="0" presId="urn:microsoft.com/office/officeart/2005/8/layout/vList2"/>
    <dgm:cxn modelId="{997EB14D-E23E-4896-8386-4FBC16D1ADFA}" type="presParOf" srcId="{9BB90B76-3955-43A4-A6F6-9A346CA73AB7}" destId="{085293EE-F517-42D9-A193-51117CA0A769}" srcOrd="5" destOrd="0" presId="urn:microsoft.com/office/officeart/2005/8/layout/vList2"/>
    <dgm:cxn modelId="{C64F415A-A9A1-4187-B4F9-5C97E2819A34}" type="presParOf" srcId="{9BB90B76-3955-43A4-A6F6-9A346CA73AB7}" destId="{5AF7264F-099F-4429-81AD-3B9D13EAD7CD}" srcOrd="6" destOrd="0" presId="urn:microsoft.com/office/officeart/2005/8/layout/vList2"/>
    <dgm:cxn modelId="{A3760F87-A34F-4F0E-9921-DF47FEE900CF}" type="presParOf" srcId="{9BB90B76-3955-43A4-A6F6-9A346CA73AB7}" destId="{E8B2023B-B9F5-4A00-9832-4B141375B15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64230A-E4D9-472A-A2E9-0928093DE36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8139F1A-A6A7-432B-8781-7A4A3DED4A93}">
      <dgm:prSet/>
      <dgm:spPr/>
      <dgm:t>
        <a:bodyPr/>
        <a:lstStyle/>
        <a:p>
          <a:r>
            <a:rPr lang="en-US"/>
            <a:t>Further testing</a:t>
          </a:r>
        </a:p>
      </dgm:t>
    </dgm:pt>
    <dgm:pt modelId="{E914C820-F9DE-47EC-9F73-936C9F42AB5B}" type="parTrans" cxnId="{0040673C-1203-48E6-AC57-F1184954747E}">
      <dgm:prSet/>
      <dgm:spPr/>
      <dgm:t>
        <a:bodyPr/>
        <a:lstStyle/>
        <a:p>
          <a:endParaRPr lang="en-US"/>
        </a:p>
      </dgm:t>
    </dgm:pt>
    <dgm:pt modelId="{A2646469-F1C6-47E6-BBFA-5DF18D058547}" type="sibTrans" cxnId="{0040673C-1203-48E6-AC57-F1184954747E}">
      <dgm:prSet/>
      <dgm:spPr/>
      <dgm:t>
        <a:bodyPr/>
        <a:lstStyle/>
        <a:p>
          <a:endParaRPr lang="en-US"/>
        </a:p>
      </dgm:t>
    </dgm:pt>
    <dgm:pt modelId="{18088FB2-9739-4FD1-B605-8E749E114D27}">
      <dgm:prSet/>
      <dgm:spPr/>
      <dgm:t>
        <a:bodyPr/>
        <a:lstStyle/>
        <a:p>
          <a:r>
            <a:rPr lang="en-US"/>
            <a:t>Prompts with varying information: vague/detailed</a:t>
          </a:r>
        </a:p>
      </dgm:t>
    </dgm:pt>
    <dgm:pt modelId="{6727F9B5-275F-4C72-879E-3B1EF9CD4DAC}" type="parTrans" cxnId="{3E3A2A63-D5F9-45E4-A9F1-C7586559D632}">
      <dgm:prSet/>
      <dgm:spPr/>
      <dgm:t>
        <a:bodyPr/>
        <a:lstStyle/>
        <a:p>
          <a:endParaRPr lang="en-US"/>
        </a:p>
      </dgm:t>
    </dgm:pt>
    <dgm:pt modelId="{7E6E6C79-13F4-445D-A6C2-642E2E73C0C1}" type="sibTrans" cxnId="{3E3A2A63-D5F9-45E4-A9F1-C7586559D632}">
      <dgm:prSet/>
      <dgm:spPr/>
      <dgm:t>
        <a:bodyPr/>
        <a:lstStyle/>
        <a:p>
          <a:endParaRPr lang="en-US"/>
        </a:p>
      </dgm:t>
    </dgm:pt>
    <dgm:pt modelId="{8297205D-8C73-416F-9724-10DD90272DD8}">
      <dgm:prSet/>
      <dgm:spPr/>
      <dgm:t>
        <a:bodyPr/>
        <a:lstStyle/>
        <a:p>
          <a:r>
            <a:rPr lang="en-US"/>
            <a:t>Test with additional time complexities</a:t>
          </a:r>
        </a:p>
      </dgm:t>
    </dgm:pt>
    <dgm:pt modelId="{1A6556AD-6CF2-4598-9270-415BC1496414}" type="parTrans" cxnId="{4F5D4AF2-3259-4C83-85CB-825A05E68D1C}">
      <dgm:prSet/>
      <dgm:spPr/>
      <dgm:t>
        <a:bodyPr/>
        <a:lstStyle/>
        <a:p>
          <a:endParaRPr lang="en-US"/>
        </a:p>
      </dgm:t>
    </dgm:pt>
    <dgm:pt modelId="{E8DA3550-6FCD-4CFD-BDAB-61ACC51FF0E0}" type="sibTrans" cxnId="{4F5D4AF2-3259-4C83-85CB-825A05E68D1C}">
      <dgm:prSet/>
      <dgm:spPr/>
      <dgm:t>
        <a:bodyPr/>
        <a:lstStyle/>
        <a:p>
          <a:endParaRPr lang="en-US"/>
        </a:p>
      </dgm:t>
    </dgm:pt>
    <dgm:pt modelId="{673A6266-F5E7-475A-BAD4-5FEC6D422308}" type="pres">
      <dgm:prSet presAssocID="{9164230A-E4D9-472A-A2E9-0928093DE36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E25B391-620F-45C1-B1BD-D3F6D18F9DD6}" type="pres">
      <dgm:prSet presAssocID="{28139F1A-A6A7-432B-8781-7A4A3DED4A93}" presName="hierRoot1" presStyleCnt="0"/>
      <dgm:spPr/>
    </dgm:pt>
    <dgm:pt modelId="{0A16ACE8-D594-402C-BB38-AAE0B5F0A913}" type="pres">
      <dgm:prSet presAssocID="{28139F1A-A6A7-432B-8781-7A4A3DED4A93}" presName="composite" presStyleCnt="0"/>
      <dgm:spPr/>
    </dgm:pt>
    <dgm:pt modelId="{2D49F226-E6C2-4F09-A420-764F1B365207}" type="pres">
      <dgm:prSet presAssocID="{28139F1A-A6A7-432B-8781-7A4A3DED4A93}" presName="background" presStyleLbl="node0" presStyleIdx="0" presStyleCnt="3"/>
      <dgm:spPr/>
    </dgm:pt>
    <dgm:pt modelId="{E266934E-4555-4070-A641-D3509603E090}" type="pres">
      <dgm:prSet presAssocID="{28139F1A-A6A7-432B-8781-7A4A3DED4A93}" presName="text" presStyleLbl="fgAcc0" presStyleIdx="0" presStyleCnt="3">
        <dgm:presLayoutVars>
          <dgm:chPref val="3"/>
        </dgm:presLayoutVars>
      </dgm:prSet>
      <dgm:spPr/>
    </dgm:pt>
    <dgm:pt modelId="{31921D2D-539A-45F9-907C-FED0D8AEA471}" type="pres">
      <dgm:prSet presAssocID="{28139F1A-A6A7-432B-8781-7A4A3DED4A93}" presName="hierChild2" presStyleCnt="0"/>
      <dgm:spPr/>
    </dgm:pt>
    <dgm:pt modelId="{D72F73AF-2306-4797-BEA3-BBA13E2D5E86}" type="pres">
      <dgm:prSet presAssocID="{18088FB2-9739-4FD1-B605-8E749E114D27}" presName="hierRoot1" presStyleCnt="0"/>
      <dgm:spPr/>
    </dgm:pt>
    <dgm:pt modelId="{30634853-6C24-4F4D-BD2B-2A6CEFA7A7CF}" type="pres">
      <dgm:prSet presAssocID="{18088FB2-9739-4FD1-B605-8E749E114D27}" presName="composite" presStyleCnt="0"/>
      <dgm:spPr/>
    </dgm:pt>
    <dgm:pt modelId="{15D8F532-A4D0-41D5-8FE0-288ECDF7A592}" type="pres">
      <dgm:prSet presAssocID="{18088FB2-9739-4FD1-B605-8E749E114D27}" presName="background" presStyleLbl="node0" presStyleIdx="1" presStyleCnt="3"/>
      <dgm:spPr/>
    </dgm:pt>
    <dgm:pt modelId="{FA8327B9-A9E2-49E2-BE2B-752921357B7A}" type="pres">
      <dgm:prSet presAssocID="{18088FB2-9739-4FD1-B605-8E749E114D27}" presName="text" presStyleLbl="fgAcc0" presStyleIdx="1" presStyleCnt="3">
        <dgm:presLayoutVars>
          <dgm:chPref val="3"/>
        </dgm:presLayoutVars>
      </dgm:prSet>
      <dgm:spPr/>
    </dgm:pt>
    <dgm:pt modelId="{DF6FB0AA-5747-45E7-9F19-1F18F1635D65}" type="pres">
      <dgm:prSet presAssocID="{18088FB2-9739-4FD1-B605-8E749E114D27}" presName="hierChild2" presStyleCnt="0"/>
      <dgm:spPr/>
    </dgm:pt>
    <dgm:pt modelId="{F0ECE918-47C7-4D4C-A35C-3CAEA4BEA868}" type="pres">
      <dgm:prSet presAssocID="{8297205D-8C73-416F-9724-10DD90272DD8}" presName="hierRoot1" presStyleCnt="0"/>
      <dgm:spPr/>
    </dgm:pt>
    <dgm:pt modelId="{81936F23-BCA4-4861-9765-47EDF2289A4B}" type="pres">
      <dgm:prSet presAssocID="{8297205D-8C73-416F-9724-10DD90272DD8}" presName="composite" presStyleCnt="0"/>
      <dgm:spPr/>
    </dgm:pt>
    <dgm:pt modelId="{D3F87735-27C1-4E7C-8D3E-73E61B42B0BD}" type="pres">
      <dgm:prSet presAssocID="{8297205D-8C73-416F-9724-10DD90272DD8}" presName="background" presStyleLbl="node0" presStyleIdx="2" presStyleCnt="3"/>
      <dgm:spPr/>
    </dgm:pt>
    <dgm:pt modelId="{672EC04D-39DD-4246-B303-CB1FFFCE6ED9}" type="pres">
      <dgm:prSet presAssocID="{8297205D-8C73-416F-9724-10DD90272DD8}" presName="text" presStyleLbl="fgAcc0" presStyleIdx="2" presStyleCnt="3">
        <dgm:presLayoutVars>
          <dgm:chPref val="3"/>
        </dgm:presLayoutVars>
      </dgm:prSet>
      <dgm:spPr/>
    </dgm:pt>
    <dgm:pt modelId="{B258505D-C9A3-48E4-A902-73E2C19761C5}" type="pres">
      <dgm:prSet presAssocID="{8297205D-8C73-416F-9724-10DD90272DD8}" presName="hierChild2" presStyleCnt="0"/>
      <dgm:spPr/>
    </dgm:pt>
  </dgm:ptLst>
  <dgm:cxnLst>
    <dgm:cxn modelId="{A69E2701-0350-4FCC-A6C3-7113CD17A109}" type="presOf" srcId="{28139F1A-A6A7-432B-8781-7A4A3DED4A93}" destId="{E266934E-4555-4070-A641-D3509603E090}" srcOrd="0" destOrd="0" presId="urn:microsoft.com/office/officeart/2005/8/layout/hierarchy1"/>
    <dgm:cxn modelId="{0040673C-1203-48E6-AC57-F1184954747E}" srcId="{9164230A-E4D9-472A-A2E9-0928093DE36C}" destId="{28139F1A-A6A7-432B-8781-7A4A3DED4A93}" srcOrd="0" destOrd="0" parTransId="{E914C820-F9DE-47EC-9F73-936C9F42AB5B}" sibTransId="{A2646469-F1C6-47E6-BBFA-5DF18D058547}"/>
    <dgm:cxn modelId="{3E3A2A63-D5F9-45E4-A9F1-C7586559D632}" srcId="{9164230A-E4D9-472A-A2E9-0928093DE36C}" destId="{18088FB2-9739-4FD1-B605-8E749E114D27}" srcOrd="1" destOrd="0" parTransId="{6727F9B5-275F-4C72-879E-3B1EF9CD4DAC}" sibTransId="{7E6E6C79-13F4-445D-A6C2-642E2E73C0C1}"/>
    <dgm:cxn modelId="{4AC06D44-B213-4428-8251-7920486953C5}" type="presOf" srcId="{9164230A-E4D9-472A-A2E9-0928093DE36C}" destId="{673A6266-F5E7-475A-BAD4-5FEC6D422308}" srcOrd="0" destOrd="0" presId="urn:microsoft.com/office/officeart/2005/8/layout/hierarchy1"/>
    <dgm:cxn modelId="{5C01427E-A769-4899-BFF5-CB3781E06871}" type="presOf" srcId="{18088FB2-9739-4FD1-B605-8E749E114D27}" destId="{FA8327B9-A9E2-49E2-BE2B-752921357B7A}" srcOrd="0" destOrd="0" presId="urn:microsoft.com/office/officeart/2005/8/layout/hierarchy1"/>
    <dgm:cxn modelId="{0286A594-6ADA-4D8B-8D45-980C1F2B5EEF}" type="presOf" srcId="{8297205D-8C73-416F-9724-10DD90272DD8}" destId="{672EC04D-39DD-4246-B303-CB1FFFCE6ED9}" srcOrd="0" destOrd="0" presId="urn:microsoft.com/office/officeart/2005/8/layout/hierarchy1"/>
    <dgm:cxn modelId="{4F5D4AF2-3259-4C83-85CB-825A05E68D1C}" srcId="{9164230A-E4D9-472A-A2E9-0928093DE36C}" destId="{8297205D-8C73-416F-9724-10DD90272DD8}" srcOrd="2" destOrd="0" parTransId="{1A6556AD-6CF2-4598-9270-415BC1496414}" sibTransId="{E8DA3550-6FCD-4CFD-BDAB-61ACC51FF0E0}"/>
    <dgm:cxn modelId="{6CCBA554-0F37-4410-8F42-B9CD4043AFFC}" type="presParOf" srcId="{673A6266-F5E7-475A-BAD4-5FEC6D422308}" destId="{0E25B391-620F-45C1-B1BD-D3F6D18F9DD6}" srcOrd="0" destOrd="0" presId="urn:microsoft.com/office/officeart/2005/8/layout/hierarchy1"/>
    <dgm:cxn modelId="{454102C7-E0D0-47AF-A9C1-2D3959E0BDA6}" type="presParOf" srcId="{0E25B391-620F-45C1-B1BD-D3F6D18F9DD6}" destId="{0A16ACE8-D594-402C-BB38-AAE0B5F0A913}" srcOrd="0" destOrd="0" presId="urn:microsoft.com/office/officeart/2005/8/layout/hierarchy1"/>
    <dgm:cxn modelId="{4C1B171D-B049-46FB-B9E9-7E817C35C501}" type="presParOf" srcId="{0A16ACE8-D594-402C-BB38-AAE0B5F0A913}" destId="{2D49F226-E6C2-4F09-A420-764F1B365207}" srcOrd="0" destOrd="0" presId="urn:microsoft.com/office/officeart/2005/8/layout/hierarchy1"/>
    <dgm:cxn modelId="{620EA56F-BCF0-4EEE-A55A-C9A0A25E7A67}" type="presParOf" srcId="{0A16ACE8-D594-402C-BB38-AAE0B5F0A913}" destId="{E266934E-4555-4070-A641-D3509603E090}" srcOrd="1" destOrd="0" presId="urn:microsoft.com/office/officeart/2005/8/layout/hierarchy1"/>
    <dgm:cxn modelId="{AE37C59C-9764-423A-B612-3EF689809474}" type="presParOf" srcId="{0E25B391-620F-45C1-B1BD-D3F6D18F9DD6}" destId="{31921D2D-539A-45F9-907C-FED0D8AEA471}" srcOrd="1" destOrd="0" presId="urn:microsoft.com/office/officeart/2005/8/layout/hierarchy1"/>
    <dgm:cxn modelId="{8B28A114-14A9-4D37-B8DF-727AE8A66362}" type="presParOf" srcId="{673A6266-F5E7-475A-BAD4-5FEC6D422308}" destId="{D72F73AF-2306-4797-BEA3-BBA13E2D5E86}" srcOrd="1" destOrd="0" presId="urn:microsoft.com/office/officeart/2005/8/layout/hierarchy1"/>
    <dgm:cxn modelId="{6A276A3C-F662-4903-A6A9-A4BA4BEB305C}" type="presParOf" srcId="{D72F73AF-2306-4797-BEA3-BBA13E2D5E86}" destId="{30634853-6C24-4F4D-BD2B-2A6CEFA7A7CF}" srcOrd="0" destOrd="0" presId="urn:microsoft.com/office/officeart/2005/8/layout/hierarchy1"/>
    <dgm:cxn modelId="{F201AC8C-4CAF-4EA0-B4C3-EF15AC59FE99}" type="presParOf" srcId="{30634853-6C24-4F4D-BD2B-2A6CEFA7A7CF}" destId="{15D8F532-A4D0-41D5-8FE0-288ECDF7A592}" srcOrd="0" destOrd="0" presId="urn:microsoft.com/office/officeart/2005/8/layout/hierarchy1"/>
    <dgm:cxn modelId="{FE7DFD3F-666A-48AC-AC35-4B64BDF52015}" type="presParOf" srcId="{30634853-6C24-4F4D-BD2B-2A6CEFA7A7CF}" destId="{FA8327B9-A9E2-49E2-BE2B-752921357B7A}" srcOrd="1" destOrd="0" presId="urn:microsoft.com/office/officeart/2005/8/layout/hierarchy1"/>
    <dgm:cxn modelId="{06C4D2DE-F8D0-4A5B-9393-380854704C82}" type="presParOf" srcId="{D72F73AF-2306-4797-BEA3-BBA13E2D5E86}" destId="{DF6FB0AA-5747-45E7-9F19-1F18F1635D65}" srcOrd="1" destOrd="0" presId="urn:microsoft.com/office/officeart/2005/8/layout/hierarchy1"/>
    <dgm:cxn modelId="{624E132B-1C83-4D8F-AC06-9BDBB962FDBE}" type="presParOf" srcId="{673A6266-F5E7-475A-BAD4-5FEC6D422308}" destId="{F0ECE918-47C7-4D4C-A35C-3CAEA4BEA868}" srcOrd="2" destOrd="0" presId="urn:microsoft.com/office/officeart/2005/8/layout/hierarchy1"/>
    <dgm:cxn modelId="{FDAB23E6-1653-4677-A32D-C968496BBD87}" type="presParOf" srcId="{F0ECE918-47C7-4D4C-A35C-3CAEA4BEA868}" destId="{81936F23-BCA4-4861-9765-47EDF2289A4B}" srcOrd="0" destOrd="0" presId="urn:microsoft.com/office/officeart/2005/8/layout/hierarchy1"/>
    <dgm:cxn modelId="{E8F97369-9A87-4B49-AE2E-0F3C16352D9B}" type="presParOf" srcId="{81936F23-BCA4-4861-9765-47EDF2289A4B}" destId="{D3F87735-27C1-4E7C-8D3E-73E61B42B0BD}" srcOrd="0" destOrd="0" presId="urn:microsoft.com/office/officeart/2005/8/layout/hierarchy1"/>
    <dgm:cxn modelId="{22E27ABD-55AD-4753-B6F9-A0D1372CC315}" type="presParOf" srcId="{81936F23-BCA4-4861-9765-47EDF2289A4B}" destId="{672EC04D-39DD-4246-B303-CB1FFFCE6ED9}" srcOrd="1" destOrd="0" presId="urn:microsoft.com/office/officeart/2005/8/layout/hierarchy1"/>
    <dgm:cxn modelId="{99917650-4CC9-4032-A8E6-2A975FC71759}" type="presParOf" srcId="{F0ECE918-47C7-4D4C-A35C-3CAEA4BEA868}" destId="{B258505D-C9A3-48E4-A902-73E2C19761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23A7F0-F07D-4CDA-BADA-CE0BCDAA3A3B}">
      <dsp:nvSpPr>
        <dsp:cNvPr id="0" name=""/>
        <dsp:cNvSpPr/>
      </dsp:nvSpPr>
      <dsp:spPr>
        <a:xfrm>
          <a:off x="0" y="511"/>
          <a:ext cx="10927829" cy="11976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67251-962C-450D-918E-EBA9CFA94186}">
      <dsp:nvSpPr>
        <dsp:cNvPr id="0" name=""/>
        <dsp:cNvSpPr/>
      </dsp:nvSpPr>
      <dsp:spPr>
        <a:xfrm>
          <a:off x="362289" y="269983"/>
          <a:ext cx="658708" cy="658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BC0BB-F96C-48F7-BA63-5EA31DA644C6}">
      <dsp:nvSpPr>
        <dsp:cNvPr id="0" name=""/>
        <dsp:cNvSpPr/>
      </dsp:nvSpPr>
      <dsp:spPr>
        <a:xfrm>
          <a:off x="1383287" y="511"/>
          <a:ext cx="9544541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Explore whether AI can design secure solutions under computational time constraints. </a:t>
          </a:r>
        </a:p>
      </dsp:txBody>
      <dsp:txXfrm>
        <a:off x="1383287" y="511"/>
        <a:ext cx="9544541" cy="1197651"/>
      </dsp:txXfrm>
    </dsp:sp>
    <dsp:sp modelId="{3B7B46AD-8226-44CC-A5CC-F12F018E260E}">
      <dsp:nvSpPr>
        <dsp:cNvPr id="0" name=""/>
        <dsp:cNvSpPr/>
      </dsp:nvSpPr>
      <dsp:spPr>
        <a:xfrm>
          <a:off x="0" y="1497576"/>
          <a:ext cx="10927829" cy="11976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CB1BE-995F-491F-9738-B10AC7EA5B0A}">
      <dsp:nvSpPr>
        <dsp:cNvPr id="0" name=""/>
        <dsp:cNvSpPr/>
      </dsp:nvSpPr>
      <dsp:spPr>
        <a:xfrm>
          <a:off x="362289" y="1767048"/>
          <a:ext cx="658708" cy="658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672C4-ACB6-448C-AEEF-7EEE83D073AB}">
      <dsp:nvSpPr>
        <dsp:cNvPr id="0" name=""/>
        <dsp:cNvSpPr/>
      </dsp:nvSpPr>
      <dsp:spPr>
        <a:xfrm>
          <a:off x="1383287" y="1497576"/>
          <a:ext cx="9544541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Examines if AI can optimize security versus efficiency, such as producing hashing algorithms with strong Big O performance.</a:t>
          </a:r>
        </a:p>
      </dsp:txBody>
      <dsp:txXfrm>
        <a:off x="1383287" y="1497576"/>
        <a:ext cx="9544541" cy="1197651"/>
      </dsp:txXfrm>
    </dsp:sp>
    <dsp:sp modelId="{91251D2D-7B6D-4FE7-ABB3-7C5A16E606BF}">
      <dsp:nvSpPr>
        <dsp:cNvPr id="0" name=""/>
        <dsp:cNvSpPr/>
      </dsp:nvSpPr>
      <dsp:spPr>
        <a:xfrm>
          <a:off x="0" y="2994641"/>
          <a:ext cx="10927829" cy="11976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596692-8632-4948-89F1-01CC04BFC143}">
      <dsp:nvSpPr>
        <dsp:cNvPr id="0" name=""/>
        <dsp:cNvSpPr/>
      </dsp:nvSpPr>
      <dsp:spPr>
        <a:xfrm>
          <a:off x="362289" y="3264113"/>
          <a:ext cx="658708" cy="658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512E0-4B0B-45F5-8208-4D624D7BEC06}">
      <dsp:nvSpPr>
        <dsp:cNvPr id="0" name=""/>
        <dsp:cNvSpPr/>
      </dsp:nvSpPr>
      <dsp:spPr>
        <a:xfrm>
          <a:off x="1383287" y="2994641"/>
          <a:ext cx="9544541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Since encryption must balance time, memory, and computing power, our project evaluates whether AI can match the decision-making and optimization skills of a human software engineer.</a:t>
          </a:r>
        </a:p>
      </dsp:txBody>
      <dsp:txXfrm>
        <a:off x="1383287" y="2994641"/>
        <a:ext cx="9544541" cy="11976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B63D7-35A8-4E3C-A12B-0B8330C5EC23}">
      <dsp:nvSpPr>
        <dsp:cNvPr id="0" name=""/>
        <dsp:cNvSpPr/>
      </dsp:nvSpPr>
      <dsp:spPr>
        <a:xfrm>
          <a:off x="0" y="254917"/>
          <a:ext cx="7559334" cy="5405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Algorithm Selection Prompt:</a:t>
          </a:r>
        </a:p>
      </dsp:txBody>
      <dsp:txXfrm>
        <a:off x="26387" y="281304"/>
        <a:ext cx="7506560" cy="487766"/>
      </dsp:txXfrm>
    </dsp:sp>
    <dsp:sp modelId="{E4A11E40-FE82-4E6E-AB06-F82A9D7A872F}">
      <dsp:nvSpPr>
        <dsp:cNvPr id="0" name=""/>
        <dsp:cNvSpPr/>
      </dsp:nvSpPr>
      <dsp:spPr>
        <a:xfrm>
          <a:off x="0" y="795457"/>
          <a:ext cx="7559334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0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Data center needs to encrypt their employee’s system passwords.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passwords requirements: 8 characters, numbers and special characters.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encrypt the password account creation and verified on relogging in, no lag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200 employees all need accounts.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Which encryption approach should be used and why?</a:t>
          </a:r>
        </a:p>
      </dsp:txBody>
      <dsp:txXfrm>
        <a:off x="0" y="795457"/>
        <a:ext cx="7559334" cy="1457280"/>
      </dsp:txXfrm>
    </dsp:sp>
    <dsp:sp modelId="{593C3B68-A051-4B7A-A7D9-C326F458E9E9}">
      <dsp:nvSpPr>
        <dsp:cNvPr id="0" name=""/>
        <dsp:cNvSpPr/>
      </dsp:nvSpPr>
      <dsp:spPr>
        <a:xfrm>
          <a:off x="0" y="2252737"/>
          <a:ext cx="7559334" cy="5405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Optimization Prompt:</a:t>
          </a:r>
        </a:p>
      </dsp:txBody>
      <dsp:txXfrm>
        <a:off x="26387" y="2279124"/>
        <a:ext cx="7506560" cy="487766"/>
      </dsp:txXfrm>
    </dsp:sp>
    <dsp:sp modelId="{FD9A8FEC-8851-4C5F-9AB1-5EF13D931AC4}">
      <dsp:nvSpPr>
        <dsp:cNvPr id="0" name=""/>
        <dsp:cNvSpPr/>
      </dsp:nvSpPr>
      <dsp:spPr>
        <a:xfrm>
          <a:off x="0" y="2793277"/>
          <a:ext cx="7559334" cy="8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0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A system must encrypt 5GB of data/hr. on limited hardware.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High security required, latency must remain under 200ms/ transaction.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Which encryption approach should be used and how can it be optimized?</a:t>
          </a:r>
        </a:p>
      </dsp:txBody>
      <dsp:txXfrm>
        <a:off x="0" y="2793277"/>
        <a:ext cx="7559334" cy="888030"/>
      </dsp:txXfrm>
    </dsp:sp>
    <dsp:sp modelId="{0EB5553C-B264-4CE8-9376-34C93F20CDCF}">
      <dsp:nvSpPr>
        <dsp:cNvPr id="0" name=""/>
        <dsp:cNvSpPr/>
      </dsp:nvSpPr>
      <dsp:spPr>
        <a:xfrm>
          <a:off x="0" y="3681308"/>
          <a:ext cx="7559334" cy="5405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Complexity Prompt:</a:t>
          </a:r>
        </a:p>
      </dsp:txBody>
      <dsp:txXfrm>
        <a:off x="26387" y="3707695"/>
        <a:ext cx="7506560" cy="487766"/>
      </dsp:txXfrm>
    </dsp:sp>
    <dsp:sp modelId="{085293EE-F517-42D9-A193-51117CA0A769}">
      <dsp:nvSpPr>
        <dsp:cNvPr id="0" name=""/>
        <dsp:cNvSpPr/>
      </dsp:nvSpPr>
      <dsp:spPr>
        <a:xfrm>
          <a:off x="0" y="4221848"/>
          <a:ext cx="7559334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0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Design a small encryption algorithm to encrypt license numbers in constant time then in log time in python.</a:t>
          </a:r>
        </a:p>
      </dsp:txBody>
      <dsp:txXfrm>
        <a:off x="0" y="4221848"/>
        <a:ext cx="7559334" cy="535095"/>
      </dsp:txXfrm>
    </dsp:sp>
    <dsp:sp modelId="{5AF7264F-099F-4429-81AD-3B9D13EAD7CD}">
      <dsp:nvSpPr>
        <dsp:cNvPr id="0" name=""/>
        <dsp:cNvSpPr/>
      </dsp:nvSpPr>
      <dsp:spPr>
        <a:xfrm>
          <a:off x="0" y="4756942"/>
          <a:ext cx="7559334" cy="5405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Security Analysis Prompt:</a:t>
          </a:r>
        </a:p>
      </dsp:txBody>
      <dsp:txXfrm>
        <a:off x="26387" y="4783329"/>
        <a:ext cx="7506560" cy="487766"/>
      </dsp:txXfrm>
    </dsp:sp>
    <dsp:sp modelId="{E8B2023B-B9F5-4A00-9832-4B141375B153}">
      <dsp:nvSpPr>
        <dsp:cNvPr id="0" name=""/>
        <dsp:cNvSpPr/>
      </dsp:nvSpPr>
      <dsp:spPr>
        <a:xfrm>
          <a:off x="0" y="5297483"/>
          <a:ext cx="7559334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0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Provide a solution to hash a bank’s transaction history, sacrifice computational time to prove the best security.</a:t>
          </a:r>
        </a:p>
      </dsp:txBody>
      <dsp:txXfrm>
        <a:off x="0" y="5297483"/>
        <a:ext cx="7559334" cy="5350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9F226-E6C2-4F09-A420-764F1B365207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6934E-4555-4070-A641-D3509603E090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Further testing</a:t>
          </a:r>
        </a:p>
      </dsp:txBody>
      <dsp:txXfrm>
        <a:off x="378614" y="886531"/>
        <a:ext cx="2810360" cy="1744948"/>
      </dsp:txXfrm>
    </dsp:sp>
    <dsp:sp modelId="{15D8F532-A4D0-41D5-8FE0-288ECDF7A592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327B9-A9E2-49E2-BE2B-752921357B7A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Prompts with varying information: vague/detailed</a:t>
          </a:r>
        </a:p>
      </dsp:txBody>
      <dsp:txXfrm>
        <a:off x="3946203" y="886531"/>
        <a:ext cx="2810360" cy="1744948"/>
      </dsp:txXfrm>
    </dsp:sp>
    <dsp:sp modelId="{D3F87735-27C1-4E7C-8D3E-73E61B42B0BD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2EC04D-39DD-4246-B303-CB1FFFCE6ED9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Test with additional time complexities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D597D-8B24-4838-871A-61B024263B13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F944C-0785-434E-A45B-7E599E6F96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43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C47A-ABB1-A378-D073-51C206F31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DD953-FBD1-196A-A134-4D1574089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3A3CC-6641-01D2-684C-A446DDBA3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63E9F-E6CE-2745-2B63-B560E592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8959-D4CD-FCF9-40BB-F003B031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75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4E2C3-3E86-ABDA-375D-465BC873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FA04C-9E0A-3DA7-5581-023BAC043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7993E-1D95-1C66-52A8-456E2AA1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D1244-3FE1-1FB2-4F20-C994DED4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989EB-6723-0208-2336-D16A8BBD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12C6-4D58-9A70-6F02-CC59C2B3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5DBAE-D857-6C7D-403B-B1A8F0330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19568-CD80-399D-4CAD-20728DA1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5F696-4C8E-6B70-4600-2ED3E66AA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A1557-BF39-E569-CE78-CBE2F1AF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4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40BB-5FBA-5206-E2F8-0A256E90D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53874-913D-D32F-60BC-F95638154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F7CB1-CB6B-4C44-DF94-D21CFD393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02086-0A79-593B-3691-8F19CA680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6012E-A992-04F8-FA0A-A75DC6BE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C6ECF-520F-FBA3-C3E5-44B6E4D8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32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D357-CF96-8136-89B3-620E6C7B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633B8-B7A3-8611-A464-36167DBB5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8BFA2-CC89-9360-AC9D-E9FCC7486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EF7447-6CF6-6B72-28F5-43CE36656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E6B71-C50C-A937-595F-8A5552A1B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5ACB8-2015-4EFA-88D8-6A946561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2BC09E-F235-094E-BE8D-C96ED2753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F7E733-0638-F4B3-50DC-5C3149A3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08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3BDF-2990-85BF-1691-B74AA1E8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ED331-1C26-C3D9-B53D-CD7504C1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1DE445-5971-F07A-2276-C05FAB7B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1EC96-96F0-68C0-9599-F8CB48C9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6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32848-6182-16BD-819E-9519066D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ED5D8-F999-C7DF-83C0-3E4D02BC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0F99E-345C-CD2B-B60A-980D0DF7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7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FA3D-165F-2868-E1AC-7EE78BC79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6DA95-16CA-B91D-1F80-4AB768D89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1ED8D-C4AF-F864-F70E-9874D1311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0335E-BF28-2CAD-64EE-34F65F05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A96D2-5C0C-875E-85AC-E92D6CCB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FD5F7-7985-41D2-D0B7-5305D8FF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71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65852-4C47-5CDE-BF32-F6858D73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07535-ADBF-AED3-9CD4-D02AB415D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FA807-00DE-DB42-FC67-3BDB487A9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A42D2-85A6-BA01-05B2-B7C0393C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BB7F5-6367-EF26-72EC-BC2436AE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3835C-F1A0-E8A7-1F2A-274A0D74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98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A648-CF44-FC15-097A-37FEEC07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9A9DA-3D49-6C20-5476-F00927BAC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8AECB-CB26-613F-6D95-D10ABE9D7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28BC7-84C5-9762-7036-E28AA984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11214-7083-C512-4E5B-4F002A09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393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EBD4DB-830D-97F2-1A7C-7CCAD3329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F0892-3706-4775-7BCD-FABAA7AA7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0BBDB-64D2-9C52-A826-EE7DFB48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51C5B-B868-CEDC-7232-8358B68C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0D4E5-F174-4D1C-283B-52943093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B44F91-5D98-0B2E-9A29-7D8A13F6F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24D61-D414-BB2A-E972-A5FC4F35E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FA431-3118-A447-CAB1-0DA155050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5A991-A60B-A737-8972-4F59E4252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CBC51-6FEB-58BF-C592-6626A4EB2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640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1A0EF-972C-D338-6333-39800DF6F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Security Vs Speed:</a:t>
            </a:r>
            <a:br>
              <a:rPr lang="en-US" sz="4100" dirty="0">
                <a:solidFill>
                  <a:srgbClr val="FFFFFF"/>
                </a:solidFill>
              </a:rPr>
            </a:br>
            <a:r>
              <a:rPr lang="en-US" sz="4100" i="1" dirty="0">
                <a:solidFill>
                  <a:srgbClr val="FFFFFF"/>
                </a:solidFill>
              </a:rPr>
              <a:t>Evaluating AI in Time-Constrained Encryption</a:t>
            </a:r>
            <a:br>
              <a:rPr lang="en-US" sz="4100" dirty="0">
                <a:solidFill>
                  <a:srgbClr val="FFFFFF"/>
                </a:solidFill>
              </a:rPr>
            </a:br>
            <a:br>
              <a:rPr lang="en-US" sz="4100" dirty="0">
                <a:solidFill>
                  <a:srgbClr val="FFFFFF"/>
                </a:solidFill>
              </a:rPr>
            </a:br>
            <a:endParaRPr lang="en-US" sz="41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390D8-00E3-4E00-622B-469D67983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CMSC-4200-AI Project </a:t>
            </a:r>
          </a:p>
          <a:p>
            <a:r>
              <a:rPr lang="en-US" sz="2200" dirty="0">
                <a:solidFill>
                  <a:srgbClr val="FFFFFF"/>
                </a:solidFill>
              </a:rPr>
              <a:t>Group 1: Margo Bonal, Luke Ruffing, Evan Thompson</a:t>
            </a:r>
          </a:p>
        </p:txBody>
      </p:sp>
    </p:spTree>
    <p:extLst>
      <p:ext uri="{BB962C8B-B14F-4D97-AF65-F5344CB8AC3E}">
        <p14:creationId xmlns:p14="http://schemas.microsoft.com/office/powerpoint/2010/main" val="273248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A85E8-01FB-8E12-4E0B-4BEF5FD4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Project Description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726F1BD9-27E2-2783-22C4-708E5875FC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2028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441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595DC-5F24-43DE-A51F-61C1424919A8}"/>
              </a:ext>
            </a:extLst>
          </p:cNvPr>
          <p:cNvSpPr txBox="1"/>
          <p:nvPr/>
        </p:nvSpPr>
        <p:spPr>
          <a:xfrm>
            <a:off x="480733" y="1199248"/>
            <a:ext cx="2810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Algorithm Selection:</a:t>
            </a:r>
          </a:p>
          <a:p>
            <a:r>
              <a:rPr lang="en-US" dirty="0">
                <a:solidFill>
                  <a:schemeClr val="bg1"/>
                </a:solidFill>
              </a:rPr>
              <a:t>Test AI’s ability and Knowledge of encryption algorithms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E0E150-2FC2-EEE3-7E38-1E788F6BA625}"/>
              </a:ext>
            </a:extLst>
          </p:cNvPr>
          <p:cNvSpPr txBox="1"/>
          <p:nvPr/>
        </p:nvSpPr>
        <p:spPr>
          <a:xfrm>
            <a:off x="403413" y="2858412"/>
            <a:ext cx="29650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Optimization:</a:t>
            </a:r>
          </a:p>
          <a:p>
            <a:r>
              <a:rPr lang="en-US" dirty="0">
                <a:solidFill>
                  <a:schemeClr val="bg1"/>
                </a:solidFill>
              </a:rPr>
              <a:t>Test Ai’s ability to select an algorithm for specific purpose and achieve best efficiency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4AF094-E72F-59C1-3EC9-6D652007D4E2}"/>
              </a:ext>
            </a:extLst>
          </p:cNvPr>
          <p:cNvSpPr txBox="1"/>
          <p:nvPr/>
        </p:nvSpPr>
        <p:spPr>
          <a:xfrm>
            <a:off x="403413" y="4868341"/>
            <a:ext cx="29650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Security Analysis:</a:t>
            </a:r>
          </a:p>
          <a:p>
            <a:r>
              <a:rPr lang="en-US" dirty="0">
                <a:solidFill>
                  <a:schemeClr val="bg1"/>
                </a:solidFill>
              </a:rPr>
              <a:t>Examine Ai’s ability to create encryption solution, meeting time complexity and data security 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EA47113-AE78-37AD-2E9F-5114B143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13" y="120370"/>
            <a:ext cx="3408832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Problem Types</a:t>
            </a:r>
          </a:p>
        </p:txBody>
      </p:sp>
      <p:graphicFrame>
        <p:nvGraphicFramePr>
          <p:cNvPr id="29" name="TextBox 5">
            <a:extLst>
              <a:ext uri="{FF2B5EF4-FFF2-40B4-BE49-F238E27FC236}">
                <a16:creationId xmlns:a16="http://schemas.microsoft.com/office/drawing/2014/main" id="{800BDBBA-D667-3711-5172-9DCBB8455F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5076349"/>
              </p:ext>
            </p:extLst>
          </p:nvPr>
        </p:nvGraphicFramePr>
        <p:xfrm>
          <a:off x="4333718" y="258173"/>
          <a:ext cx="7559334" cy="6087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6557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77E0F-BF91-66F8-3FE4-355A1391B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6842" y="1542443"/>
            <a:ext cx="5400467" cy="2525292"/>
          </a:xfrm>
        </p:spPr>
        <p:txBody>
          <a:bodyPr>
            <a:normAutofit/>
          </a:bodyPr>
          <a:lstStyle/>
          <a:p>
            <a:r>
              <a:rPr lang="en-US" dirty="0"/>
              <a:t>Each member assigned AI model for experimentation</a:t>
            </a:r>
          </a:p>
          <a:p>
            <a:r>
              <a:rPr lang="en-US" dirty="0"/>
              <a:t> Model prompted</a:t>
            </a:r>
          </a:p>
          <a:p>
            <a:r>
              <a:rPr lang="en-US" dirty="0"/>
              <a:t>Data collection/documentation</a:t>
            </a:r>
          </a:p>
          <a:p>
            <a:r>
              <a:rPr lang="en-US" dirty="0"/>
              <a:t> Analysis and team reviews </a:t>
            </a:r>
          </a:p>
          <a:p>
            <a:endParaRPr lang="en-US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150613-8BB7-CE2F-6F6A-702DE92CC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2752" y="352844"/>
            <a:ext cx="3343835" cy="656385"/>
          </a:xfrm>
        </p:spPr>
        <p:txBody>
          <a:bodyPr anchor="b"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4000" b="1" dirty="0">
                <a:ln/>
                <a:solidFill>
                  <a:schemeClr val="accent4"/>
                </a:solidFill>
              </a:rPr>
              <a:t>Approach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8944B4-2820-81D6-0EF2-EDD735756CA6}"/>
              </a:ext>
            </a:extLst>
          </p:cNvPr>
          <p:cNvSpPr txBox="1">
            <a:spLocks/>
          </p:cNvSpPr>
          <p:nvPr/>
        </p:nvSpPr>
        <p:spPr>
          <a:xfrm>
            <a:off x="1091453" y="284674"/>
            <a:ext cx="3343835" cy="7927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n/>
                <a:solidFill>
                  <a:schemeClr val="accent4"/>
                </a:solidFill>
              </a:rPr>
              <a:t>AI Tools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8A7EC2-18C5-CE9E-5EB7-BD96AEA30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54429"/>
              </p:ext>
            </p:extLst>
          </p:nvPr>
        </p:nvGraphicFramePr>
        <p:xfrm>
          <a:off x="6096000" y="4434929"/>
          <a:ext cx="5928612" cy="81831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976204">
                  <a:extLst>
                    <a:ext uri="{9D8B030D-6E8A-4147-A177-3AD203B41FA5}">
                      <a16:colId xmlns:a16="http://schemas.microsoft.com/office/drawing/2014/main" val="3251552912"/>
                    </a:ext>
                  </a:extLst>
                </a:gridCol>
                <a:gridCol w="1976204">
                  <a:extLst>
                    <a:ext uri="{9D8B030D-6E8A-4147-A177-3AD203B41FA5}">
                      <a16:colId xmlns:a16="http://schemas.microsoft.com/office/drawing/2014/main" val="1980697266"/>
                    </a:ext>
                  </a:extLst>
                </a:gridCol>
                <a:gridCol w="1976204">
                  <a:extLst>
                    <a:ext uri="{9D8B030D-6E8A-4147-A177-3AD203B41FA5}">
                      <a16:colId xmlns:a16="http://schemas.microsoft.com/office/drawing/2014/main" val="2591466842"/>
                    </a:ext>
                  </a:extLst>
                </a:gridCol>
              </a:tblGrid>
              <a:tr h="447470">
                <a:tc>
                  <a:txBody>
                    <a:bodyPr/>
                    <a:lstStyle/>
                    <a:p>
                      <a:r>
                        <a:rPr lang="en-US" dirty="0"/>
                        <a:t>Margo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986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Copilot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Gemini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4380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0EA2BF6-99E8-2D98-E940-ED19A6922E58}"/>
              </a:ext>
            </a:extLst>
          </p:cNvPr>
          <p:cNvSpPr txBox="1"/>
          <p:nvPr/>
        </p:nvSpPr>
        <p:spPr>
          <a:xfrm>
            <a:off x="208429" y="1768288"/>
            <a:ext cx="510988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Multiple AI agents allow for comparison of success rates, solutions, and limitations.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 ChatGPT &amp; Copilot: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OpenAI’s GPT </a:t>
            </a:r>
            <a:r>
              <a:rPr lang="en-US" sz="1200" dirty="0"/>
              <a:t>(Generative Pre-trained Transformer)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Gemini: Google’s independent model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Difference: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Microsoft utilizes GPT model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adds layers to allow Copilot to meet security needs and integrate with Microsoft ecosystem</a:t>
            </a:r>
          </a:p>
          <a:p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408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7E5507-7BEB-1D01-5229-134196AE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4" y="2655150"/>
            <a:ext cx="2101666" cy="879468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BEB13-E101-00CE-9CC4-735B136CA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019" y="10138"/>
            <a:ext cx="7490010" cy="672683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dirty="0"/>
              <a:t>Algorithm Selection</a:t>
            </a:r>
          </a:p>
          <a:p>
            <a:pPr lvl="1"/>
            <a:r>
              <a:rPr lang="en-US" sz="1800" dirty="0"/>
              <a:t>Use secure salted password hashing with an algorithm such as Argon2 or bcrypt rather than encryption. </a:t>
            </a:r>
          </a:p>
          <a:p>
            <a:pPr lvl="1"/>
            <a:r>
              <a:rPr lang="en-US" sz="1800" dirty="0"/>
              <a:t>Designed specifically for password storage, provide strong protection against brute force attacks, and are fast enough that hashing and verification</a:t>
            </a:r>
            <a:endParaRPr lang="en-US" sz="1050" dirty="0"/>
          </a:p>
          <a:p>
            <a:r>
              <a:rPr lang="en-US" sz="2000" dirty="0"/>
              <a:t>Optimization </a:t>
            </a:r>
          </a:p>
          <a:p>
            <a:pPr lvl="1"/>
            <a:r>
              <a:rPr lang="en-US" sz="1800" dirty="0"/>
              <a:t>AES-256-GCM for bulk data encryption with ECC for secure key exchange provides optimization</a:t>
            </a:r>
            <a:endParaRPr lang="en-US" sz="1200" dirty="0"/>
          </a:p>
          <a:p>
            <a:pPr lvl="1"/>
            <a:r>
              <a:rPr lang="en-US" sz="1800" dirty="0"/>
              <a:t>Combination of asymmetric and symmetric encryption reduces slow and CPU intensive processing. </a:t>
            </a:r>
          </a:p>
          <a:p>
            <a:pPr lvl="1"/>
            <a:r>
              <a:rPr lang="en-US" sz="1800" dirty="0"/>
              <a:t>Session key reuse within secure time window</a:t>
            </a:r>
          </a:p>
          <a:p>
            <a:pPr lvl="1"/>
            <a:r>
              <a:rPr lang="en-US" sz="1800" dirty="0"/>
              <a:t>Buffering of large data streams</a:t>
            </a:r>
            <a:endParaRPr lang="en-US" sz="1050" dirty="0"/>
          </a:p>
          <a:p>
            <a:r>
              <a:rPr lang="en-US" sz="2000" dirty="0"/>
              <a:t>Complexity</a:t>
            </a:r>
          </a:p>
          <a:p>
            <a:pPr lvl="1"/>
            <a:r>
              <a:rPr lang="en-US" sz="1600" dirty="0"/>
              <a:t>Constant time:</a:t>
            </a:r>
          </a:p>
          <a:p>
            <a:pPr lvl="2"/>
            <a:r>
              <a:rPr lang="en-US" sz="1700" dirty="0"/>
              <a:t>Apply XOR, and bit rotations to each character of the license number, constant time encryption can be achieved.</a:t>
            </a:r>
          </a:p>
          <a:p>
            <a:pPr lvl="1"/>
            <a:r>
              <a:rPr lang="en-US" sz="1600" dirty="0"/>
              <a:t>Logarithmic time:</a:t>
            </a:r>
          </a:p>
          <a:p>
            <a:pPr lvl="2"/>
            <a:r>
              <a:rPr lang="en-US" sz="1700" dirty="0"/>
              <a:t>Encryption keys need to be stored by a balanced binary search tree. For further processing, they must be selected with a key based on a hash of the license number.</a:t>
            </a:r>
            <a:endParaRPr lang="en-US" sz="1000" dirty="0"/>
          </a:p>
          <a:p>
            <a:r>
              <a:rPr lang="en-US" sz="2000" dirty="0"/>
              <a:t>Security Analysis</a:t>
            </a:r>
          </a:p>
          <a:p>
            <a:pPr lvl="1"/>
            <a:r>
              <a:rPr lang="en-US" sz="1600" dirty="0"/>
              <a:t>Collision resistance → use a strong hash (e.g., SHA-256 or SHA-3)</a:t>
            </a:r>
          </a:p>
          <a:p>
            <a:pPr lvl="1"/>
            <a:r>
              <a:rPr lang="en-US" sz="1600" dirty="0"/>
              <a:t>Slow computation → use a memory-hard KDF like Argon2</a:t>
            </a:r>
          </a:p>
          <a:p>
            <a:pPr lvl="1"/>
            <a:r>
              <a:rPr lang="en-US" sz="1600" dirty="0"/>
              <a:t>Tamper detection → chain hashes like a blockchain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605171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CBC35-5C54-CCA8-6A2B-B282BF8C9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0605A25-0DCA-F0DB-1962-12687EF39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849BC8-CF9F-F002-AB01-05FE345A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A80739-794B-B27F-CB9D-513BFEFB7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8B3957-8C79-9713-41E0-9306962C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4C61D-1E86-2376-656A-827728C4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941" y="349112"/>
            <a:ext cx="4403915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ChatGPT Evaluation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105BD97F-88FC-7D2D-6D0A-263599A30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735" y="2255931"/>
            <a:ext cx="10515600" cy="2887569"/>
          </a:xfrm>
        </p:spPr>
        <p:txBody>
          <a:bodyPr>
            <a:normAutofit/>
          </a:bodyPr>
          <a:lstStyle/>
          <a:p>
            <a:r>
              <a:rPr lang="en-US" dirty="0"/>
              <a:t>Successfully interpreted prompts and generated solutions</a:t>
            </a:r>
          </a:p>
          <a:p>
            <a:r>
              <a:rPr lang="en-US" dirty="0"/>
              <a:t>Breaking prompts into sections improved logic and thoroughness</a:t>
            </a:r>
          </a:p>
          <a:p>
            <a:r>
              <a:rPr lang="en-US" dirty="0"/>
              <a:t>Handled complex requirements and organized effectively</a:t>
            </a:r>
          </a:p>
          <a:p>
            <a:r>
              <a:rPr lang="en-US" dirty="0"/>
              <a:t>Used tables/structure for clear problem organization</a:t>
            </a:r>
          </a:p>
          <a:p>
            <a:r>
              <a:rPr lang="en-US" dirty="0"/>
              <a:t>Produced fast solutions with detailed explanations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178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7A8E0-F0A6-5E5A-3E17-D07C1F19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91DBB-FB15-BF48-6EB7-466FA6DC6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24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382A-327F-C72A-2384-BE2609C74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FD2FD-4F86-ADBD-6437-8110DD5A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84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1D6C8-4F02-8724-1596-0C4A5BE0E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413A3D1-5251-0573-87C8-17478FC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6B8CE5-AD46-8ADE-E082-E6CA886AE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27483D-C8FB-34A1-A021-2481637C6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56F12B-B05F-6F3B-8F6E-ABE154AD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FF7ADA-4E82-9612-4783-2821CC2EB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B8E3684-C082-4A54-A45A-435EE5380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B3E1-5046-0D6D-E9DB-85D3A2016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4F316-66AE-96F3-5B49-868141F7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75" y="2655150"/>
            <a:ext cx="2101666" cy="879468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33F78-12A5-C599-2958-D2A9138E7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019" y="10138"/>
            <a:ext cx="7490010" cy="672683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000" dirty="0"/>
              <a:t>Algorithm Selection</a:t>
            </a:r>
          </a:p>
          <a:p>
            <a:pPr lvl="1"/>
            <a:r>
              <a:rPr lang="en-US" sz="1800" dirty="0"/>
              <a:t>Use a one way hashing algorithm such as Argon2id, with a unique random salt is the best way to store the passwords rather then a reversible encryption. </a:t>
            </a:r>
          </a:p>
          <a:p>
            <a:pPr lvl="1"/>
            <a:r>
              <a:rPr lang="en-US" sz="1800" dirty="0"/>
              <a:t>This is the best choice of algorithm for the prompt, it is both very fast and highly secure.</a:t>
            </a:r>
            <a:endParaRPr lang="en-US" sz="1050" dirty="0"/>
          </a:p>
          <a:p>
            <a:r>
              <a:rPr lang="en-US" sz="2000" dirty="0"/>
              <a:t>Optimization </a:t>
            </a:r>
          </a:p>
          <a:p>
            <a:pPr lvl="1"/>
            <a:r>
              <a:rPr lang="en-US" sz="1800" dirty="0"/>
              <a:t>AES-256-GCM is the primary choice for encryption of large streams of data.</a:t>
            </a:r>
            <a:endParaRPr lang="en-US" sz="1200" dirty="0"/>
          </a:p>
          <a:p>
            <a:pPr lvl="1"/>
            <a:r>
              <a:rPr lang="en-US" sz="1800" dirty="0"/>
              <a:t>If the limited hardware does not include AES acceleration, the fallback algorithm of choice is ChaCha20-Poly1305 which is significantly faster then AES when it doesn’t have ideal hardware. </a:t>
            </a:r>
          </a:p>
          <a:p>
            <a:pPr lvl="1"/>
            <a:r>
              <a:rPr lang="en-US" sz="1800" dirty="0"/>
              <a:t>Either of these encryption algorithms will be able to meet the requirements outlined by the prompt.</a:t>
            </a:r>
          </a:p>
          <a:p>
            <a:r>
              <a:rPr lang="en-US" sz="2000" dirty="0"/>
              <a:t>Complexity</a:t>
            </a:r>
          </a:p>
          <a:p>
            <a:pPr lvl="1"/>
            <a:r>
              <a:rPr lang="en-US" sz="1600" dirty="0"/>
              <a:t>Constant time:</a:t>
            </a:r>
          </a:p>
          <a:p>
            <a:pPr lvl="2"/>
            <a:r>
              <a:rPr lang="en-US" sz="1700" dirty="0"/>
              <a:t>SHA-256 Hashing was the recommended encryption to use for a constant time algorithm.</a:t>
            </a:r>
          </a:p>
          <a:p>
            <a:pPr lvl="1"/>
            <a:r>
              <a:rPr lang="en-US" sz="1600" dirty="0"/>
              <a:t>Logarithmic time:</a:t>
            </a:r>
          </a:p>
          <a:p>
            <a:pPr lvl="2"/>
            <a:r>
              <a:rPr lang="en-US" sz="1700" dirty="0"/>
              <a:t>The license plate must first be converted into a base-36 integer and then used in modular exponentiation to best encrypt it in logarithmic time.</a:t>
            </a:r>
            <a:endParaRPr lang="en-US" sz="1000" dirty="0"/>
          </a:p>
          <a:p>
            <a:r>
              <a:rPr lang="en-US" sz="2000" dirty="0"/>
              <a:t>Security Analysis</a:t>
            </a:r>
          </a:p>
          <a:p>
            <a:pPr lvl="1"/>
            <a:r>
              <a:rPr lang="en-US" sz="1600" dirty="0"/>
              <a:t>Collision resistance → use a strong hash like SHA-3-512</a:t>
            </a:r>
          </a:p>
          <a:p>
            <a:pPr lvl="1"/>
            <a:r>
              <a:rPr lang="en-US" sz="1600" dirty="0"/>
              <a:t>Slow computation → use a memory-hard KDF like Argon2id</a:t>
            </a:r>
          </a:p>
          <a:p>
            <a:pPr lvl="1"/>
            <a:r>
              <a:rPr lang="en-US" sz="1600" dirty="0"/>
              <a:t>Tamper detection → chain hashes like a blockchain and use of a merkle tree</a:t>
            </a:r>
          </a:p>
          <a:p>
            <a:pPr lvl="1"/>
            <a:r>
              <a:rPr lang="en-US" sz="1600" dirty="0"/>
              <a:t>Use a layered Argon2id + SHA-3-512 + Hash Chain + Merkle tree to best ensure security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93299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ACA77-6FEC-C151-677F-F0ACAD003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4AA0ADD-80A5-761A-221C-411AA183E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7BB62F-B221-8ADF-FB85-68660B921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822C2B-B6DD-F7FF-492D-BF6B55D6F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9ED5CA-89E4-9FB0-8096-6CAFE5D85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4550D-B994-49F2-6107-33DC5C4EC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941" y="349112"/>
            <a:ext cx="4403915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CoPilot Evaluation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1896BEE3-697D-90C4-333C-6ABB24067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735" y="2255931"/>
            <a:ext cx="10515600" cy="2887569"/>
          </a:xfrm>
        </p:spPr>
        <p:txBody>
          <a:bodyPr>
            <a:normAutofit/>
          </a:bodyPr>
          <a:lstStyle/>
          <a:p>
            <a:r>
              <a:rPr lang="en-US" dirty="0"/>
              <a:t>Successfully interpreted prompts and generated logical solutions</a:t>
            </a:r>
          </a:p>
          <a:p>
            <a:r>
              <a:rPr lang="en-US" dirty="0"/>
              <a:t>Breaking prompts into sections improved logic and readability</a:t>
            </a:r>
          </a:p>
          <a:p>
            <a:r>
              <a:rPr lang="en-US" dirty="0"/>
              <a:t>Generated sample code for some prompts</a:t>
            </a:r>
          </a:p>
          <a:p>
            <a:r>
              <a:rPr lang="en-US" dirty="0"/>
              <a:t>Gave mostly clear concise answers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874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E0BBA-7667-2FF9-EF48-9DA6C79D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Observations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E4EA9-D4C9-C153-9C80-F53A74AAC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Limitations</a:t>
            </a:r>
          </a:p>
          <a:p>
            <a:pPr lvl="1"/>
            <a:r>
              <a:rPr lang="en-US" dirty="0"/>
              <a:t>No references or source justification for solutions</a:t>
            </a:r>
          </a:p>
          <a:p>
            <a:pPr lvl="1"/>
            <a:r>
              <a:rPr lang="en-US" dirty="0"/>
              <a:t>Requires users to verify information externally</a:t>
            </a:r>
          </a:p>
          <a:p>
            <a:pPr lvl="1"/>
            <a:r>
              <a:rPr lang="en-US" dirty="0"/>
              <a:t>Raises issues of trust and reliability</a:t>
            </a:r>
          </a:p>
          <a:p>
            <a:pPr lvl="1"/>
            <a:r>
              <a:rPr lang="en-US" dirty="0"/>
              <a:t>Concerns about code ownership &amp; intellectual property</a:t>
            </a:r>
          </a:p>
          <a:p>
            <a:pPr lvl="1"/>
            <a:r>
              <a:rPr lang="en-US" dirty="0"/>
              <a:t>Overall credibility of AI-generated solutions is uncertain</a:t>
            </a:r>
          </a:p>
          <a:p>
            <a:r>
              <a:rPr lang="en-US" dirty="0"/>
              <a:t>Success rates</a:t>
            </a:r>
          </a:p>
          <a:p>
            <a:r>
              <a:rPr lang="en-US" dirty="0"/>
              <a:t>Solve both basic and complex problems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308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01E8D-68C8-D6F0-81C8-63C5F6974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Recommendations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8D51C6-38B2-81C2-EB43-6EA0B6200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72688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9443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BC2BD-D5AB-40B6-2E42-FE395BB94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72922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072B62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Words>868</Words>
  <Application>Microsoft Office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Security Vs Speed: Evaluating AI in Time-Constrained Encryption  </vt:lpstr>
      <vt:lpstr>Project Description</vt:lpstr>
      <vt:lpstr>Problem Types</vt:lpstr>
      <vt:lpstr>Approach</vt:lpstr>
      <vt:lpstr>ChatGPT</vt:lpstr>
      <vt:lpstr>ChatGPT Evaluation</vt:lpstr>
      <vt:lpstr>Gemini</vt:lpstr>
      <vt:lpstr>Gemini Evaluation</vt:lpstr>
      <vt:lpstr>CoPilot</vt:lpstr>
      <vt:lpstr>CoPilot Evaluation</vt:lpstr>
      <vt:lpstr>Observations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Margo Bonal</cp:lastModifiedBy>
  <cp:revision>1</cp:revision>
  <dcterms:created xsi:type="dcterms:W3CDTF">2026-03-08T14:28:48Z</dcterms:created>
  <dcterms:modified xsi:type="dcterms:W3CDTF">2026-03-30T19:25:48Z</dcterms:modified>
</cp:coreProperties>
</file>