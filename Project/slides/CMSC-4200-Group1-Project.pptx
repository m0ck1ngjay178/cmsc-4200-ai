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1" r:id="rId1"/>
  </p:sldMasterIdLst>
  <p:notesMasterIdLst>
    <p:notesMasterId r:id="rId19"/>
  </p:notesMasterIdLst>
  <p:sldIdLst>
    <p:sldId id="271" r:id="rId2"/>
    <p:sldId id="258" r:id="rId3"/>
    <p:sldId id="275" r:id="rId4"/>
    <p:sldId id="277" r:id="rId5"/>
    <p:sldId id="263" r:id="rId6"/>
    <p:sldId id="287" r:id="rId7"/>
    <p:sldId id="281" r:id="rId8"/>
    <p:sldId id="284" r:id="rId9"/>
    <p:sldId id="288" r:id="rId10"/>
    <p:sldId id="285" r:id="rId11"/>
    <p:sldId id="282" r:id="rId12"/>
    <p:sldId id="289" r:id="rId13"/>
    <p:sldId id="283" r:id="rId14"/>
    <p:sldId id="286" r:id="rId15"/>
    <p:sldId id="266" r:id="rId16"/>
    <p:sldId id="267" r:id="rId17"/>
    <p:sldId id="268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FE91101-9C0C-495D-AC60-35A8310EF3A0}" v="4" dt="2026-03-28T19:04:34.22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43" autoAdjust="0"/>
  </p:normalViewPr>
  <p:slideViewPr>
    <p:cSldViewPr snapToGrid="0">
      <p:cViewPr varScale="1">
        <p:scale>
          <a:sx n="83" d="100"/>
          <a:sy n="83" d="100"/>
        </p:scale>
        <p:origin x="408" y="5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3" d="100"/>
          <a:sy n="63" d="100"/>
        </p:scale>
        <p:origin x="3015" y="5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go Bonal" userId="18c9fa0f-b53d-478b-9dc0-6ad88786c19f" providerId="ADAL" clId="{93D479E5-F67F-4B8A-A78F-A0B574A116B6}"/>
    <pc:docChg chg="undo redo custSel addSld delSld modSld sldOrd addMainMaster delMainMaster">
      <pc:chgData name="Margo Bonal" userId="18c9fa0f-b53d-478b-9dc0-6ad88786c19f" providerId="ADAL" clId="{93D479E5-F67F-4B8A-A78F-A0B574A116B6}" dt="2026-03-23T15:43:49.810" v="2724" actId="26606"/>
      <pc:docMkLst>
        <pc:docMk/>
      </pc:docMkLst>
      <pc:sldChg chg="addSp delSp modSp new add del mod setBg">
        <pc:chgData name="Margo Bonal" userId="18c9fa0f-b53d-478b-9dc0-6ad88786c19f" providerId="ADAL" clId="{93D479E5-F67F-4B8A-A78F-A0B574A116B6}" dt="2026-03-20T14:26:05.155" v="2336" actId="2696"/>
        <pc:sldMkLst>
          <pc:docMk/>
          <pc:sldMk cId="2004418569" sldId="258"/>
        </pc:sldMkLst>
        <pc:spChg chg="mod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2" creationId="{00EA85E8-01FB-8E12-4E0B-4BEF5FD40E7E}"/>
          </ac:spMkLst>
        </pc:spChg>
        <pc:spChg chg="add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20" creationId="{BACC6370-2D7E-4714-9D71-7542949D7D5D}"/>
          </ac:spMkLst>
        </pc:spChg>
        <pc:spChg chg="add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22" creationId="{F68B3F68-107C-434F-AA38-110D5EA91B85}"/>
          </ac:spMkLst>
        </pc:spChg>
        <pc:spChg chg="add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24" creationId="{AAD0DBB9-1A4B-4391-81D4-CB19F9AB918A}"/>
          </ac:spMkLst>
        </pc:spChg>
        <pc:spChg chg="add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26" creationId="{063BBA22-50EA-4C4D-BE05-F1CE4E63AA56}"/>
          </ac:spMkLst>
        </pc:spChg>
        <pc:graphicFrameChg chg="add modGraphic">
          <ac:chgData name="Margo Bonal" userId="18c9fa0f-b53d-478b-9dc0-6ad88786c19f" providerId="ADAL" clId="{93D479E5-F67F-4B8A-A78F-A0B574A116B6}" dt="2026-03-20T13:05:04.385" v="716" actId="26606"/>
          <ac:graphicFrameMkLst>
            <pc:docMk/>
            <pc:sldMk cId="2004418569" sldId="258"/>
            <ac:graphicFrameMk id="16" creationId="{726F1BD9-27E2-2783-22C4-708E5875FC4D}"/>
          </ac:graphicFrameMkLst>
        </pc:graphicFrameChg>
      </pc:sldChg>
      <pc:sldChg chg="addSp modSp new mod setBg">
        <pc:chgData name="Margo Bonal" userId="18c9fa0f-b53d-478b-9dc0-6ad88786c19f" providerId="ADAL" clId="{93D479E5-F67F-4B8A-A78F-A0B574A116B6}" dt="2026-03-21T22:01:42.363" v="2588" actId="20577"/>
        <pc:sldMkLst>
          <pc:docMk/>
          <pc:sldMk cId="1605171173" sldId="263"/>
        </pc:sldMkLst>
        <pc:spChg chg="mod">
          <ac:chgData name="Margo Bonal" userId="18c9fa0f-b53d-478b-9dc0-6ad88786c19f" providerId="ADAL" clId="{93D479E5-F67F-4B8A-A78F-A0B574A116B6}" dt="2026-03-20T13:30:49.557" v="1340" actId="1076"/>
          <ac:spMkLst>
            <pc:docMk/>
            <pc:sldMk cId="1605171173" sldId="263"/>
            <ac:spMk id="2" creationId="{817E5507-7BEB-1D01-5229-134196AE5F70}"/>
          </ac:spMkLst>
        </pc:spChg>
        <pc:spChg chg="mod">
          <ac:chgData name="Margo Bonal" userId="18c9fa0f-b53d-478b-9dc0-6ad88786c19f" providerId="ADAL" clId="{93D479E5-F67F-4B8A-A78F-A0B574A116B6}" dt="2026-03-21T22:01:42.363" v="2588" actId="20577"/>
          <ac:spMkLst>
            <pc:docMk/>
            <pc:sldMk cId="1605171173" sldId="263"/>
            <ac:spMk id="3" creationId="{10ABEB13-E101-00CE-9CC4-735B136CA6F3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8" creationId="{09588DA8-065E-4F6F-8EFD-43104AB2E0CF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10" creationId="{C4285719-470E-454C-AF62-8323075F1F5B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12" creationId="{CD9FE4EF-C4D8-49A0-B2FF-81D8DB7D8A24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14" creationId="{4300840D-0A0B-4512-BACA-B439D5B9C57C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16" creationId="{D2B78728-A580-49A7-84F9-6EF6F583ADE0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18" creationId="{38FAA1A1-D861-433F-88FA-1E9D6FD31D11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20" creationId="{8D71EDA1-87BF-4D5D-AB79-F346FD19278A}"/>
          </ac:spMkLst>
        </pc:spChg>
      </pc:sldChg>
      <pc:sldChg chg="modSp new mod ord">
        <pc:chgData name="Margo Bonal" userId="18c9fa0f-b53d-478b-9dc0-6ad88786c19f" providerId="ADAL" clId="{93D479E5-F67F-4B8A-A78F-A0B574A116B6}" dt="2026-03-20T14:22:29.687" v="2286"/>
        <pc:sldMkLst>
          <pc:docMk/>
          <pc:sldMk cId="1117246204" sldId="264"/>
        </pc:sldMkLst>
        <pc:spChg chg="mod">
          <ac:chgData name="Margo Bonal" userId="18c9fa0f-b53d-478b-9dc0-6ad88786c19f" providerId="ADAL" clId="{93D479E5-F67F-4B8A-A78F-A0B574A116B6}" dt="2026-03-14T15:47:24.874" v="335" actId="20577"/>
          <ac:spMkLst>
            <pc:docMk/>
            <pc:sldMk cId="1117246204" sldId="264"/>
            <ac:spMk id="2" creationId="{6F17A8E0-F0A6-5E5A-3E17-D07C1F19C5B3}"/>
          </ac:spMkLst>
        </pc:spChg>
      </pc:sldChg>
      <pc:sldChg chg="addSp modSp new mod setBg">
        <pc:chgData name="Margo Bonal" userId="18c9fa0f-b53d-478b-9dc0-6ad88786c19f" providerId="ADAL" clId="{93D479E5-F67F-4B8A-A78F-A0B574A116B6}" dt="2026-03-23T15:41:42.442" v="2589" actId="26606"/>
        <pc:sldMkLst>
          <pc:docMk/>
          <pc:sldMk cId="3814308155" sldId="266"/>
        </pc:sldMkLst>
        <pc:spChg chg="mod">
          <ac:chgData name="Margo Bonal" userId="18c9fa0f-b53d-478b-9dc0-6ad88786c19f" providerId="ADAL" clId="{93D479E5-F67F-4B8A-A78F-A0B574A116B6}" dt="2026-03-23T15:41:42.442" v="2589" actId="26606"/>
          <ac:spMkLst>
            <pc:docMk/>
            <pc:sldMk cId="3814308155" sldId="266"/>
            <ac:spMk id="2" creationId="{8C0E0BBA-7667-2FF9-EF48-9DA6C79DDF2B}"/>
          </ac:spMkLst>
        </pc:spChg>
        <pc:spChg chg="mod">
          <ac:chgData name="Margo Bonal" userId="18c9fa0f-b53d-478b-9dc0-6ad88786c19f" providerId="ADAL" clId="{93D479E5-F67F-4B8A-A78F-A0B574A116B6}" dt="2026-03-23T15:41:42.442" v="2589" actId="26606"/>
          <ac:spMkLst>
            <pc:docMk/>
            <pc:sldMk cId="3814308155" sldId="266"/>
            <ac:spMk id="3" creationId="{115E4EA9-D4C9-C153-9C80-F53A74AACE51}"/>
          </ac:spMkLst>
        </pc:spChg>
        <pc:spChg chg="add">
          <ac:chgData name="Margo Bonal" userId="18c9fa0f-b53d-478b-9dc0-6ad88786c19f" providerId="ADAL" clId="{93D479E5-F67F-4B8A-A78F-A0B574A116B6}" dt="2026-03-23T15:41:42.442" v="2589" actId="26606"/>
          <ac:spMkLst>
            <pc:docMk/>
            <pc:sldMk cId="3814308155" sldId="266"/>
            <ac:spMk id="8" creationId="{907EF6B7-1338-4443-8C46-6A318D952DFD}"/>
          </ac:spMkLst>
        </pc:spChg>
        <pc:spChg chg="add">
          <ac:chgData name="Margo Bonal" userId="18c9fa0f-b53d-478b-9dc0-6ad88786c19f" providerId="ADAL" clId="{93D479E5-F67F-4B8A-A78F-A0B574A116B6}" dt="2026-03-23T15:41:42.442" v="2589" actId="26606"/>
          <ac:spMkLst>
            <pc:docMk/>
            <pc:sldMk cId="3814308155" sldId="266"/>
            <ac:spMk id="10" creationId="{DAAE4CDD-124C-4DCF-9584-B6033B545DD5}"/>
          </ac:spMkLst>
        </pc:spChg>
        <pc:spChg chg="add">
          <ac:chgData name="Margo Bonal" userId="18c9fa0f-b53d-478b-9dc0-6ad88786c19f" providerId="ADAL" clId="{93D479E5-F67F-4B8A-A78F-A0B574A116B6}" dt="2026-03-23T15:41:42.442" v="2589" actId="26606"/>
          <ac:spMkLst>
            <pc:docMk/>
            <pc:sldMk cId="3814308155" sldId="266"/>
            <ac:spMk id="12" creationId="{081E4A58-353D-44AE-B2FC-2A74E2E400F7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3-23T15:43:49.810" v="2724" actId="26606"/>
        <pc:sldMkLst>
          <pc:docMk/>
          <pc:sldMk cId="4119443303" sldId="267"/>
        </pc:sldMkLst>
        <pc:spChg chg="mod">
          <ac:chgData name="Margo Bonal" userId="18c9fa0f-b53d-478b-9dc0-6ad88786c19f" providerId="ADAL" clId="{93D479E5-F67F-4B8A-A78F-A0B574A116B6}" dt="2026-03-23T15:43:49.810" v="2724" actId="26606"/>
          <ac:spMkLst>
            <pc:docMk/>
            <pc:sldMk cId="4119443303" sldId="267"/>
            <ac:spMk id="2" creationId="{45E01E8D-68C8-D6F0-81C8-63C5F69745F8}"/>
          </ac:spMkLst>
        </pc:spChg>
        <pc:spChg chg="add">
          <ac:chgData name="Margo Bonal" userId="18c9fa0f-b53d-478b-9dc0-6ad88786c19f" providerId="ADAL" clId="{93D479E5-F67F-4B8A-A78F-A0B574A116B6}" dt="2026-03-23T15:43:49.810" v="2724" actId="26606"/>
          <ac:spMkLst>
            <pc:docMk/>
            <pc:sldMk cId="4119443303" sldId="267"/>
            <ac:spMk id="9" creationId="{56E9B3E6-E277-4D68-BA48-9CB43FFBD6E2}"/>
          </ac:spMkLst>
        </pc:spChg>
        <pc:spChg chg="add">
          <ac:chgData name="Margo Bonal" userId="18c9fa0f-b53d-478b-9dc0-6ad88786c19f" providerId="ADAL" clId="{93D479E5-F67F-4B8A-A78F-A0B574A116B6}" dt="2026-03-23T15:43:49.810" v="2724" actId="26606"/>
          <ac:spMkLst>
            <pc:docMk/>
            <pc:sldMk cId="4119443303" sldId="267"/>
            <ac:spMk id="16" creationId="{D5B0017B-2ECA-49AF-B397-DC140825DF8D}"/>
          </ac:spMkLst>
        </pc:spChg>
        <pc:grpChg chg="add">
          <ac:chgData name="Margo Bonal" userId="18c9fa0f-b53d-478b-9dc0-6ad88786c19f" providerId="ADAL" clId="{93D479E5-F67F-4B8A-A78F-A0B574A116B6}" dt="2026-03-23T15:43:49.810" v="2724" actId="26606"/>
          <ac:grpSpMkLst>
            <pc:docMk/>
            <pc:sldMk cId="4119443303" sldId="267"/>
            <ac:grpSpMk id="11" creationId="{AE1C45F0-260A-458C-96ED-C1F6D2151219}"/>
          </ac:grpSpMkLst>
        </pc:grpChg>
        <pc:graphicFrameChg chg="add">
          <ac:chgData name="Margo Bonal" userId="18c9fa0f-b53d-478b-9dc0-6ad88786c19f" providerId="ADAL" clId="{93D479E5-F67F-4B8A-A78F-A0B574A116B6}" dt="2026-03-23T15:43:49.810" v="2724" actId="26606"/>
          <ac:graphicFrameMkLst>
            <pc:docMk/>
            <pc:sldMk cId="4119443303" sldId="267"/>
            <ac:graphicFrameMk id="5" creationId="{CF8D51C6-38B2-81C2-EB43-6EA0B62009E4}"/>
          </ac:graphicFrameMkLst>
        </pc:graphicFrameChg>
        <pc:cxnChg chg="add">
          <ac:chgData name="Margo Bonal" userId="18c9fa0f-b53d-478b-9dc0-6ad88786c19f" providerId="ADAL" clId="{93D479E5-F67F-4B8A-A78F-A0B574A116B6}" dt="2026-03-23T15:43:49.810" v="2724" actId="26606"/>
          <ac:cxnSpMkLst>
            <pc:docMk/>
            <pc:sldMk cId="4119443303" sldId="267"/>
            <ac:cxnSpMk id="18" creationId="{6CF1BAF6-AD41-4082-B212-8A1F9A2E8779}"/>
          </ac:cxnSpMkLst>
        </pc:cxnChg>
      </pc:sldChg>
      <pc:sldChg chg="addSp delSp modSp new mod setBg">
        <pc:chgData name="Margo Bonal" userId="18c9fa0f-b53d-478b-9dc0-6ad88786c19f" providerId="ADAL" clId="{93D479E5-F67F-4B8A-A78F-A0B574A116B6}" dt="2026-03-20T13:27:04.645" v="1300" actId="26606"/>
        <pc:sldMkLst>
          <pc:docMk/>
          <pc:sldMk cId="472922610" sldId="268"/>
        </pc:sldMkLst>
        <pc:spChg chg="mo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2" creationId="{8F6BC2BD-D5AB-40B6-2E42-FE395BB94CFD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8" creationId="{8C790BE2-4E4F-4AAF-81A2-4A6F4885EBE6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10" creationId="{D28B54C3-B57B-472A-B96E-1FCB67093DC2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12" creationId="{7DB3C429-F8DA-49B9-AF84-21996FCF78B5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14" creationId="{E12088DD-B1AD-40E0-8B86-1D87A2CCD9BE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16" creationId="{C4C9F2B0-1044-46EB-8AEB-C3BFFDE6C2CC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18" creationId="{0C395952-4E26-45A2-8756-2ADFD6E53C6E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20" creationId="{4734BADF-9461-4621-B112-2D7BABEA7DD0}"/>
          </ac:spMkLst>
        </pc:spChg>
      </pc:sldChg>
      <pc:sldChg chg="addSp delSp modSp new mod ord setBg">
        <pc:chgData name="Margo Bonal" userId="18c9fa0f-b53d-478b-9dc0-6ad88786c19f" providerId="ADAL" clId="{93D479E5-F67F-4B8A-A78F-A0B574A116B6}" dt="2026-03-20T13:09:01.760" v="813" actId="26606"/>
        <pc:sldMkLst>
          <pc:docMk/>
          <pc:sldMk cId="2732488591" sldId="271"/>
        </pc:sldMkLst>
        <pc:spChg chg="add del mod">
          <ac:chgData name="Margo Bonal" userId="18c9fa0f-b53d-478b-9dc0-6ad88786c19f" providerId="ADAL" clId="{93D479E5-F67F-4B8A-A78F-A0B574A116B6}" dt="2026-03-20T13:09:01.745" v="812" actId="26606"/>
          <ac:spMkLst>
            <pc:docMk/>
            <pc:sldMk cId="2732488591" sldId="271"/>
            <ac:spMk id="2" creationId="{3801A0EF-972C-D338-6333-39800DF6F1CF}"/>
          </ac:spMkLst>
        </pc:spChg>
        <pc:spChg chg="mod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3" creationId="{B41390D8-00E3-4E00-622B-469D67983D42}"/>
          </ac:spMkLst>
        </pc:spChg>
        <pc:spChg chg="add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41" creationId="{D28B54C3-B57B-472A-B96E-1FCB67093DC2}"/>
          </ac:spMkLst>
        </pc:spChg>
        <pc:spChg chg="add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43" creationId="{E12088DD-B1AD-40E0-8B86-1D87A2CCD9BE}"/>
          </ac:spMkLst>
        </pc:spChg>
        <pc:spChg chg="add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44" creationId="{C4C9F2B0-1044-46EB-8AEB-C3BFFDE6C2CC}"/>
          </ac:spMkLst>
        </pc:spChg>
        <pc:spChg chg="add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46" creationId="{4734BADF-9461-4621-B112-2D7BABEA7DD0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3-20T14:14:45.748" v="2222" actId="1076"/>
        <pc:sldMkLst>
          <pc:docMk/>
          <pc:sldMk cId="1426557120" sldId="275"/>
        </pc:sldMkLst>
        <pc:spChg chg="add mod">
          <ac:chgData name="Margo Bonal" userId="18c9fa0f-b53d-478b-9dc0-6ad88786c19f" providerId="ADAL" clId="{93D479E5-F67F-4B8A-A78F-A0B574A116B6}" dt="2026-03-20T14:01:45.053" v="2067" actId="1076"/>
          <ac:spMkLst>
            <pc:docMk/>
            <pc:sldMk cId="1426557120" sldId="275"/>
            <ac:spMk id="7" creationId="{877595DC-5F24-43DE-A51F-61C1424919A8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8" creationId="{09588DA8-065E-4F6F-8EFD-43104AB2E0CF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9" creationId="{C4285719-470E-454C-AF62-8323075F1F5B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10" creationId="{CD9FE4EF-C4D8-49A0-B2FF-81D8DB7D8A24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12" creationId="{4300840D-0A0B-4512-BACA-B439D5B9C57C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14" creationId="{D2B78728-A580-49A7-84F9-6EF6F583ADE0}"/>
          </ac:spMkLst>
        </pc:spChg>
        <pc:spChg chg="add mod">
          <ac:chgData name="Margo Bonal" userId="18c9fa0f-b53d-478b-9dc0-6ad88786c19f" providerId="ADAL" clId="{93D479E5-F67F-4B8A-A78F-A0B574A116B6}" dt="2026-03-20T14:01:39.194" v="2066" actId="1076"/>
          <ac:spMkLst>
            <pc:docMk/>
            <pc:sldMk cId="1426557120" sldId="275"/>
            <ac:spMk id="16" creationId="{81E0E150-2FC2-EEE3-7E38-1E788F6BA625}"/>
          </ac:spMkLst>
        </pc:spChg>
        <pc:spChg chg="add mod">
          <ac:chgData name="Margo Bonal" userId="18c9fa0f-b53d-478b-9dc0-6ad88786c19f" providerId="ADAL" clId="{93D479E5-F67F-4B8A-A78F-A0B574A116B6}" dt="2026-03-20T14:01:32.675" v="2065" actId="12789"/>
          <ac:spMkLst>
            <pc:docMk/>
            <pc:sldMk cId="1426557120" sldId="275"/>
            <ac:spMk id="18" creationId="{074AF094-E72F-59C1-3EC9-6D652007D4E2}"/>
          </ac:spMkLst>
        </pc:spChg>
        <pc:spChg chg="add mod">
          <ac:chgData name="Margo Bonal" userId="18c9fa0f-b53d-478b-9dc0-6ad88786c19f" providerId="ADAL" clId="{93D479E5-F67F-4B8A-A78F-A0B574A116B6}" dt="2026-03-20T14:01:18.677" v="2060" actId="12788"/>
          <ac:spMkLst>
            <pc:docMk/>
            <pc:sldMk cId="1426557120" sldId="275"/>
            <ac:spMk id="20" creationId="{8EA47113-AE78-37AD-2E9F-5114B143CF50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21" creationId="{38FAA1A1-D861-433F-88FA-1E9D6FD31D11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23" creationId="{8D71EDA1-87BF-4D5D-AB79-F346FD19278A}"/>
          </ac:spMkLst>
        </pc:spChg>
        <pc:graphicFrameChg chg="add mod modGraphic">
          <ac:chgData name="Margo Bonal" userId="18c9fa0f-b53d-478b-9dc0-6ad88786c19f" providerId="ADAL" clId="{93D479E5-F67F-4B8A-A78F-A0B574A116B6}" dt="2026-03-20T14:14:45.748" v="2222" actId="1076"/>
          <ac:graphicFrameMkLst>
            <pc:docMk/>
            <pc:sldMk cId="1426557120" sldId="275"/>
            <ac:graphicFrameMk id="29" creationId="{800BDBBA-D667-3711-5172-9DCBB8455FF0}"/>
          </ac:graphicFrameMkLst>
        </pc:graphicFrameChg>
      </pc:sldChg>
      <pc:sldChg chg="addSp delSp modSp new mod">
        <pc:chgData name="Margo Bonal" userId="18c9fa0f-b53d-478b-9dc0-6ad88786c19f" providerId="ADAL" clId="{93D479E5-F67F-4B8A-A78F-A0B574A116B6}" dt="2026-03-21T22:00:22.652" v="2574" actId="20577"/>
        <pc:sldMkLst>
          <pc:docMk/>
          <pc:sldMk cId="894408273" sldId="277"/>
        </pc:sldMkLst>
        <pc:spChg chg="mod">
          <ac:chgData name="Margo Bonal" userId="18c9fa0f-b53d-478b-9dc0-6ad88786c19f" providerId="ADAL" clId="{93D479E5-F67F-4B8A-A78F-A0B574A116B6}" dt="2026-03-21T22:00:22.652" v="2574" actId="20577"/>
          <ac:spMkLst>
            <pc:docMk/>
            <pc:sldMk cId="894408273" sldId="277"/>
            <ac:spMk id="4" creationId="{7F677E0F-BF91-66F8-3FE4-355A1391BB33}"/>
          </ac:spMkLst>
        </pc:spChg>
        <pc:spChg chg="add mod">
          <ac:chgData name="Margo Bonal" userId="18c9fa0f-b53d-478b-9dc0-6ad88786c19f" providerId="ADAL" clId="{93D479E5-F67F-4B8A-A78F-A0B574A116B6}" dt="2026-03-20T14:08:02.058" v="2115" actId="1076"/>
          <ac:spMkLst>
            <pc:docMk/>
            <pc:sldMk cId="894408273" sldId="277"/>
            <ac:spMk id="5" creationId="{7B150613-8BB7-CE2F-6F6A-702DE92CC6C2}"/>
          </ac:spMkLst>
        </pc:spChg>
        <pc:spChg chg="add mod">
          <ac:chgData name="Margo Bonal" userId="18c9fa0f-b53d-478b-9dc0-6ad88786c19f" providerId="ADAL" clId="{93D479E5-F67F-4B8A-A78F-A0B574A116B6}" dt="2026-03-20T14:08:27.226" v="2123" actId="1076"/>
          <ac:spMkLst>
            <pc:docMk/>
            <pc:sldMk cId="894408273" sldId="277"/>
            <ac:spMk id="6" creationId="{688944B4-2820-81D6-0EF2-EDD735756CA6}"/>
          </ac:spMkLst>
        </pc:spChg>
        <pc:spChg chg="add mod">
          <ac:chgData name="Margo Bonal" userId="18c9fa0f-b53d-478b-9dc0-6ad88786c19f" providerId="ADAL" clId="{93D479E5-F67F-4B8A-A78F-A0B574A116B6}" dt="2026-03-20T14:51:43.451" v="2570" actId="404"/>
          <ac:spMkLst>
            <pc:docMk/>
            <pc:sldMk cId="894408273" sldId="277"/>
            <ac:spMk id="8" creationId="{60EA2BF6-99E8-2D98-E940-ED19A6922E58}"/>
          </ac:spMkLst>
        </pc:spChg>
        <pc:graphicFrameChg chg="add mod modGraphic">
          <ac:chgData name="Margo Bonal" userId="18c9fa0f-b53d-478b-9dc0-6ad88786c19f" providerId="ADAL" clId="{93D479E5-F67F-4B8A-A78F-A0B574A116B6}" dt="2026-03-20T14:13:29.495" v="2218" actId="1076"/>
          <ac:graphicFrameMkLst>
            <pc:docMk/>
            <pc:sldMk cId="894408273" sldId="277"/>
            <ac:graphicFrameMk id="7" creationId="{CC8A7EC2-18C5-CE9E-5EB7-BD96AEA308C7}"/>
          </ac:graphicFrameMkLst>
        </pc:graphicFrameChg>
      </pc:sldChg>
      <pc:sldChg chg="modSp new mod">
        <pc:chgData name="Margo Bonal" userId="18c9fa0f-b53d-478b-9dc0-6ad88786c19f" providerId="ADAL" clId="{93D479E5-F67F-4B8A-A78F-A0B574A116B6}" dt="2026-03-20T14:48:30.516" v="2533" actId="20577"/>
        <pc:sldMkLst>
          <pc:docMk/>
          <pc:sldMk cId="4055984046" sldId="279"/>
        </pc:sldMkLst>
        <pc:spChg chg="mod">
          <ac:chgData name="Margo Bonal" userId="18c9fa0f-b53d-478b-9dc0-6ad88786c19f" providerId="ADAL" clId="{93D479E5-F67F-4B8A-A78F-A0B574A116B6}" dt="2026-03-20T14:48:30.516" v="2533" actId="20577"/>
          <ac:spMkLst>
            <pc:docMk/>
            <pc:sldMk cId="4055984046" sldId="279"/>
            <ac:spMk id="2" creationId="{01F7382A-327F-C72A-2384-BE2609C74FE7}"/>
          </ac:spMkLst>
        </pc:spChg>
      </pc:sldChg>
      <pc:sldChg chg="addSp delSp modSp add mod ord">
        <pc:chgData name="Margo Bonal" userId="18c9fa0f-b53d-478b-9dc0-6ad88786c19f" providerId="ADAL" clId="{93D479E5-F67F-4B8A-A78F-A0B574A116B6}" dt="2026-03-20T14:47:52.239" v="2496" actId="1076"/>
        <pc:sldMkLst>
          <pc:docMk/>
          <pc:sldMk cId="1364178525" sldId="281"/>
        </pc:sldMkLst>
        <pc:spChg chg="mod">
          <ac:chgData name="Margo Bonal" userId="18c9fa0f-b53d-478b-9dc0-6ad88786c19f" providerId="ADAL" clId="{93D479E5-F67F-4B8A-A78F-A0B574A116B6}" dt="2026-03-20T14:27:35.644" v="2352" actId="1076"/>
          <ac:spMkLst>
            <pc:docMk/>
            <pc:sldMk cId="1364178525" sldId="281"/>
            <ac:spMk id="2" creationId="{1BD4C61D-1E86-2376-656A-827728C4A2C2}"/>
          </ac:spMkLst>
        </pc:spChg>
        <pc:spChg chg="add mod">
          <ac:chgData name="Margo Bonal" userId="18c9fa0f-b53d-478b-9dc0-6ad88786c19f" providerId="ADAL" clId="{93D479E5-F67F-4B8A-A78F-A0B574A116B6}" dt="2026-03-20T14:47:52.239" v="2496" actId="1076"/>
          <ac:spMkLst>
            <pc:docMk/>
            <pc:sldMk cId="1364178525" sldId="281"/>
            <ac:spMk id="5" creationId="{105BD97F-88FC-7D2D-6D0A-263599A3073E}"/>
          </ac:spMkLst>
        </pc:spChg>
      </pc:sldChg>
    </pc:docChg>
  </pc:docChgLst>
  <pc:docChgLst>
    <pc:chgData name="Luke ruffing" userId="c83d55373a9d0f60" providerId="LiveId" clId="{6963CA54-E4A7-4828-84AB-93F82157D440}"/>
    <pc:docChg chg="undo custSel addSld delSld modSld sldOrd">
      <pc:chgData name="Luke ruffing" userId="c83d55373a9d0f60" providerId="LiveId" clId="{6963CA54-E4A7-4828-84AB-93F82157D440}" dt="2026-03-28T19:04:34.219" v="1492" actId="20578"/>
      <pc:docMkLst>
        <pc:docMk/>
      </pc:docMkLst>
      <pc:sldChg chg="modSp mod">
        <pc:chgData name="Luke ruffing" userId="c83d55373a9d0f60" providerId="LiveId" clId="{6963CA54-E4A7-4828-84AB-93F82157D440}" dt="2026-03-28T18:21:58.414" v="1" actId="1076"/>
        <pc:sldMkLst>
          <pc:docMk/>
          <pc:sldMk cId="1605171173" sldId="263"/>
        </pc:sldMkLst>
        <pc:spChg chg="mod">
          <ac:chgData name="Luke ruffing" userId="c83d55373a9d0f60" providerId="LiveId" clId="{6963CA54-E4A7-4828-84AB-93F82157D440}" dt="2026-03-28T18:21:58.414" v="1" actId="1076"/>
          <ac:spMkLst>
            <pc:docMk/>
            <pc:sldMk cId="1605171173" sldId="263"/>
            <ac:spMk id="3" creationId="{10ABEB13-E101-00CE-9CC4-735B136CA6F3}"/>
          </ac:spMkLst>
        </pc:spChg>
      </pc:sldChg>
      <pc:sldChg chg="del">
        <pc:chgData name="Luke ruffing" userId="c83d55373a9d0f60" providerId="LiveId" clId="{6963CA54-E4A7-4828-84AB-93F82157D440}" dt="2026-03-28T18:22:23.935" v="5" actId="2696"/>
        <pc:sldMkLst>
          <pc:docMk/>
          <pc:sldMk cId="3330183413" sldId="265"/>
        </pc:sldMkLst>
      </pc:sldChg>
      <pc:sldChg chg="del">
        <pc:chgData name="Luke ruffing" userId="c83d55373a9d0f60" providerId="LiveId" clId="{6963CA54-E4A7-4828-84AB-93F82157D440}" dt="2026-03-28T18:59:08.471" v="1349" actId="2696"/>
        <pc:sldMkLst>
          <pc:docMk/>
          <pc:sldMk cId="1241832078" sldId="280"/>
        </pc:sldMkLst>
      </pc:sldChg>
      <pc:sldChg chg="modSp add mod ord">
        <pc:chgData name="Luke ruffing" userId="c83d55373a9d0f60" providerId="LiveId" clId="{6963CA54-E4A7-4828-84AB-93F82157D440}" dt="2026-03-28T19:00:19.382" v="1385" actId="20577"/>
        <pc:sldMkLst>
          <pc:docMk/>
          <pc:sldMk cId="3932995078" sldId="282"/>
        </pc:sldMkLst>
        <pc:spChg chg="mod">
          <ac:chgData name="Luke ruffing" userId="c83d55373a9d0f60" providerId="LiveId" clId="{6963CA54-E4A7-4828-84AB-93F82157D440}" dt="2026-03-28T18:22:39.099" v="13" actId="1076"/>
          <ac:spMkLst>
            <pc:docMk/>
            <pc:sldMk cId="3932995078" sldId="282"/>
            <ac:spMk id="2" creationId="{A8B4F316-66AE-96F3-5B49-868141F72C72}"/>
          </ac:spMkLst>
        </pc:spChg>
        <pc:spChg chg="mod">
          <ac:chgData name="Luke ruffing" userId="c83d55373a9d0f60" providerId="LiveId" clId="{6963CA54-E4A7-4828-84AB-93F82157D440}" dt="2026-03-28T19:00:19.382" v="1385" actId="20577"/>
          <ac:spMkLst>
            <pc:docMk/>
            <pc:sldMk cId="3932995078" sldId="282"/>
            <ac:spMk id="3" creationId="{27033F78-12A5-C599-2958-D2A9138E70D2}"/>
          </ac:spMkLst>
        </pc:spChg>
      </pc:sldChg>
      <pc:sldChg chg="modSp add mod ord">
        <pc:chgData name="Luke ruffing" userId="c83d55373a9d0f60" providerId="LiveId" clId="{6963CA54-E4A7-4828-84AB-93F82157D440}" dt="2026-03-28T19:04:34.219" v="1492" actId="20578"/>
        <pc:sldMkLst>
          <pc:docMk/>
          <pc:sldMk cId="1221874192" sldId="283"/>
        </pc:sldMkLst>
        <pc:spChg chg="mod">
          <ac:chgData name="Luke ruffing" userId="c83d55373a9d0f60" providerId="LiveId" clId="{6963CA54-E4A7-4828-84AB-93F82157D440}" dt="2026-03-28T18:59:17.128" v="1361" actId="20577"/>
          <ac:spMkLst>
            <pc:docMk/>
            <pc:sldMk cId="1221874192" sldId="283"/>
            <ac:spMk id="2" creationId="{94C4550D-B994-49F2-6107-33DC5C4EC652}"/>
          </ac:spMkLst>
        </pc:spChg>
        <pc:spChg chg="mod">
          <ac:chgData name="Luke ruffing" userId="c83d55373a9d0f60" providerId="LiveId" clId="{6963CA54-E4A7-4828-84AB-93F82157D440}" dt="2026-03-28T19:04:34.219" v="1492" actId="20578"/>
          <ac:spMkLst>
            <pc:docMk/>
            <pc:sldMk cId="1221874192" sldId="283"/>
            <ac:spMk id="5" creationId="{1896BEE3-697D-90C4-333C-6ABB24067F5D}"/>
          </ac:spMkLst>
        </pc:spChg>
      </pc:sldChg>
      <pc:sldChg chg="add del ord">
        <pc:chgData name="Luke ruffing" userId="c83d55373a9d0f60" providerId="LiveId" clId="{6963CA54-E4A7-4828-84AB-93F82157D440}" dt="2026-03-28T18:58:53.766" v="1345" actId="2696"/>
        <pc:sldMkLst>
          <pc:docMk/>
          <pc:sldMk cId="1525693167" sldId="283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34CE768-2E19-406C-82FF-EB74201F352F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accent2_2" csCatId="accent2" phldr="1"/>
      <dgm:spPr/>
      <dgm:t>
        <a:bodyPr/>
        <a:lstStyle/>
        <a:p>
          <a:endParaRPr lang="en-US"/>
        </a:p>
      </dgm:t>
    </dgm:pt>
    <dgm:pt modelId="{932CBA58-5400-4765-A7C0-5084E5EEA9C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Explore whether AI can design secure solutions under computational time constraints. </a:t>
          </a:r>
        </a:p>
      </dgm:t>
    </dgm:pt>
    <dgm:pt modelId="{484E7DD0-9CD0-4F31-A08A-2A1226ED2338}" type="parTrans" cxnId="{7D523D34-5E82-4D76-A0A1-E69FD7FE6C41}">
      <dgm:prSet/>
      <dgm:spPr/>
      <dgm:t>
        <a:bodyPr/>
        <a:lstStyle/>
        <a:p>
          <a:endParaRPr lang="en-US"/>
        </a:p>
      </dgm:t>
    </dgm:pt>
    <dgm:pt modelId="{B0A3B6DC-656E-4F4B-AE44-848C36E41866}" type="sibTrans" cxnId="{7D523D34-5E82-4D76-A0A1-E69FD7FE6C41}">
      <dgm:prSet/>
      <dgm:spPr/>
      <dgm:t>
        <a:bodyPr/>
        <a:lstStyle/>
        <a:p>
          <a:endParaRPr lang="en-US"/>
        </a:p>
      </dgm:t>
    </dgm:pt>
    <dgm:pt modelId="{175E74B9-6B52-41FA-9939-DCE27A7DA7A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Examines if AI can optimize security versus efficiency, such as producing hashing algorithms with strong Big O performance.</a:t>
          </a:r>
        </a:p>
      </dgm:t>
    </dgm:pt>
    <dgm:pt modelId="{51E74368-F942-4E05-9353-D4630561C368}" type="parTrans" cxnId="{F59A8222-3F00-407A-BA55-537D281A00D5}">
      <dgm:prSet/>
      <dgm:spPr/>
      <dgm:t>
        <a:bodyPr/>
        <a:lstStyle/>
        <a:p>
          <a:endParaRPr lang="en-US"/>
        </a:p>
      </dgm:t>
    </dgm:pt>
    <dgm:pt modelId="{A96A44AC-40FA-4CE8-82C8-BD429F011887}" type="sibTrans" cxnId="{F59A8222-3F00-407A-BA55-537D281A00D5}">
      <dgm:prSet/>
      <dgm:spPr/>
      <dgm:t>
        <a:bodyPr/>
        <a:lstStyle/>
        <a:p>
          <a:endParaRPr lang="en-US"/>
        </a:p>
      </dgm:t>
    </dgm:pt>
    <dgm:pt modelId="{3A6BCEC0-D802-4F24-A654-4C4B1C7CAFE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Since encryption must balance time, memory, and computing power, our project evaluates whether AI can match the decision-making and optimization skills of a human software engineer.</a:t>
          </a:r>
        </a:p>
      </dgm:t>
    </dgm:pt>
    <dgm:pt modelId="{32B89C27-D5A0-4846-8E88-EF956EA151A6}" type="parTrans" cxnId="{B5155373-5D5D-4DD7-AE80-A8CB76FACE9C}">
      <dgm:prSet/>
      <dgm:spPr/>
      <dgm:t>
        <a:bodyPr/>
        <a:lstStyle/>
        <a:p>
          <a:endParaRPr lang="en-US"/>
        </a:p>
      </dgm:t>
    </dgm:pt>
    <dgm:pt modelId="{E91AE6E7-03D4-43DD-9D98-D1D53E115727}" type="sibTrans" cxnId="{B5155373-5D5D-4DD7-AE80-A8CB76FACE9C}">
      <dgm:prSet/>
      <dgm:spPr/>
      <dgm:t>
        <a:bodyPr/>
        <a:lstStyle/>
        <a:p>
          <a:endParaRPr lang="en-US"/>
        </a:p>
      </dgm:t>
    </dgm:pt>
    <dgm:pt modelId="{5D40738A-81AA-4D77-86F1-81BDEA6C320D}" type="pres">
      <dgm:prSet presAssocID="{F34CE768-2E19-406C-82FF-EB74201F352F}" presName="root" presStyleCnt="0">
        <dgm:presLayoutVars>
          <dgm:dir/>
          <dgm:resizeHandles val="exact"/>
        </dgm:presLayoutVars>
      </dgm:prSet>
      <dgm:spPr/>
    </dgm:pt>
    <dgm:pt modelId="{06FFF9B6-2560-484F-90F1-F3A878565893}" type="pres">
      <dgm:prSet presAssocID="{932CBA58-5400-4765-A7C0-5084E5EEA9CD}" presName="compNode" presStyleCnt="0"/>
      <dgm:spPr/>
    </dgm:pt>
    <dgm:pt modelId="{AB23A7F0-F07D-4CDA-BADA-CE0BCDAA3A3B}" type="pres">
      <dgm:prSet presAssocID="{932CBA58-5400-4765-A7C0-5084E5EEA9CD}" presName="bgRect" presStyleLbl="bgShp" presStyleIdx="0" presStyleCnt="3"/>
      <dgm:spPr/>
    </dgm:pt>
    <dgm:pt modelId="{67A67251-962C-450D-918E-EBA9CFA94186}" type="pres">
      <dgm:prSet presAssocID="{932CBA58-5400-4765-A7C0-5084E5EEA9CD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ze"/>
        </a:ext>
      </dgm:extLst>
    </dgm:pt>
    <dgm:pt modelId="{E665AC1F-6858-44FB-AB1D-66337F50922A}" type="pres">
      <dgm:prSet presAssocID="{932CBA58-5400-4765-A7C0-5084E5EEA9CD}" presName="spaceRect" presStyleCnt="0"/>
      <dgm:spPr/>
    </dgm:pt>
    <dgm:pt modelId="{2D4BC0BB-F96C-48F7-BA63-5EA31DA644C6}" type="pres">
      <dgm:prSet presAssocID="{932CBA58-5400-4765-A7C0-5084E5EEA9CD}" presName="parTx" presStyleLbl="revTx" presStyleIdx="0" presStyleCnt="3">
        <dgm:presLayoutVars>
          <dgm:chMax val="0"/>
          <dgm:chPref val="0"/>
        </dgm:presLayoutVars>
      </dgm:prSet>
      <dgm:spPr/>
    </dgm:pt>
    <dgm:pt modelId="{F054DF12-E502-4F2F-9071-D85B2A159EF1}" type="pres">
      <dgm:prSet presAssocID="{B0A3B6DC-656E-4F4B-AE44-848C36E41866}" presName="sibTrans" presStyleCnt="0"/>
      <dgm:spPr/>
    </dgm:pt>
    <dgm:pt modelId="{6177A226-8B2C-4542-8E6F-A409F92D847B}" type="pres">
      <dgm:prSet presAssocID="{175E74B9-6B52-41FA-9939-DCE27A7DA7A7}" presName="compNode" presStyleCnt="0"/>
      <dgm:spPr/>
    </dgm:pt>
    <dgm:pt modelId="{3B7B46AD-8226-44CC-A5CC-F12F018E260E}" type="pres">
      <dgm:prSet presAssocID="{175E74B9-6B52-41FA-9939-DCE27A7DA7A7}" presName="bgRect" presStyleLbl="bgShp" presStyleIdx="1" presStyleCnt="3"/>
      <dgm:spPr/>
    </dgm:pt>
    <dgm:pt modelId="{865CB1BE-995F-491F-9738-B10AC7EA5B0A}" type="pres">
      <dgm:prSet presAssocID="{175E74B9-6B52-41FA-9939-DCE27A7DA7A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4013DDF8-F6A7-4C1E-8F6B-0814CD355B2B}" type="pres">
      <dgm:prSet presAssocID="{175E74B9-6B52-41FA-9939-DCE27A7DA7A7}" presName="spaceRect" presStyleCnt="0"/>
      <dgm:spPr/>
    </dgm:pt>
    <dgm:pt modelId="{B92672C4-ACB6-448C-AEEF-7EEE83D073AB}" type="pres">
      <dgm:prSet presAssocID="{175E74B9-6B52-41FA-9939-DCE27A7DA7A7}" presName="parTx" presStyleLbl="revTx" presStyleIdx="1" presStyleCnt="3">
        <dgm:presLayoutVars>
          <dgm:chMax val="0"/>
          <dgm:chPref val="0"/>
        </dgm:presLayoutVars>
      </dgm:prSet>
      <dgm:spPr/>
    </dgm:pt>
    <dgm:pt modelId="{8B9D459F-C3C5-4527-A599-E2415D7094E8}" type="pres">
      <dgm:prSet presAssocID="{A96A44AC-40FA-4CE8-82C8-BD429F011887}" presName="sibTrans" presStyleCnt="0"/>
      <dgm:spPr/>
    </dgm:pt>
    <dgm:pt modelId="{BA4DE2AD-E1C4-486F-953E-80798445716C}" type="pres">
      <dgm:prSet presAssocID="{3A6BCEC0-D802-4F24-A654-4C4B1C7CAFE0}" presName="compNode" presStyleCnt="0"/>
      <dgm:spPr/>
    </dgm:pt>
    <dgm:pt modelId="{91251D2D-7B6D-4FE7-ABB3-7C5A16E606BF}" type="pres">
      <dgm:prSet presAssocID="{3A6BCEC0-D802-4F24-A654-4C4B1C7CAFE0}" presName="bgRect" presStyleLbl="bgShp" presStyleIdx="2" presStyleCnt="3"/>
      <dgm:spPr/>
    </dgm:pt>
    <dgm:pt modelId="{23596692-8632-4948-89F1-01CC04BFC143}" type="pres">
      <dgm:prSet presAssocID="{3A6BCEC0-D802-4F24-A654-4C4B1C7CAFE0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30569250-75EC-47D6-A4D7-59BEECDD5824}" type="pres">
      <dgm:prSet presAssocID="{3A6BCEC0-D802-4F24-A654-4C4B1C7CAFE0}" presName="spaceRect" presStyleCnt="0"/>
      <dgm:spPr/>
    </dgm:pt>
    <dgm:pt modelId="{C34512E0-4B0B-45F5-8208-4D624D7BEC06}" type="pres">
      <dgm:prSet presAssocID="{3A6BCEC0-D802-4F24-A654-4C4B1C7CAFE0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4B8B5A1E-DC5C-45F5-81D6-2D55F69DFB85}" type="presOf" srcId="{F34CE768-2E19-406C-82FF-EB74201F352F}" destId="{5D40738A-81AA-4D77-86F1-81BDEA6C320D}" srcOrd="0" destOrd="0" presId="urn:microsoft.com/office/officeart/2018/2/layout/IconVerticalSolidList"/>
    <dgm:cxn modelId="{F59A8222-3F00-407A-BA55-537D281A00D5}" srcId="{F34CE768-2E19-406C-82FF-EB74201F352F}" destId="{175E74B9-6B52-41FA-9939-DCE27A7DA7A7}" srcOrd="1" destOrd="0" parTransId="{51E74368-F942-4E05-9353-D4630561C368}" sibTransId="{A96A44AC-40FA-4CE8-82C8-BD429F011887}"/>
    <dgm:cxn modelId="{7D523D34-5E82-4D76-A0A1-E69FD7FE6C41}" srcId="{F34CE768-2E19-406C-82FF-EB74201F352F}" destId="{932CBA58-5400-4765-A7C0-5084E5EEA9CD}" srcOrd="0" destOrd="0" parTransId="{484E7DD0-9CD0-4F31-A08A-2A1226ED2338}" sibTransId="{B0A3B6DC-656E-4F4B-AE44-848C36E41866}"/>
    <dgm:cxn modelId="{4FED0F50-5B2B-442F-A6A7-9684F92BA54F}" type="presOf" srcId="{932CBA58-5400-4765-A7C0-5084E5EEA9CD}" destId="{2D4BC0BB-F96C-48F7-BA63-5EA31DA644C6}" srcOrd="0" destOrd="0" presId="urn:microsoft.com/office/officeart/2018/2/layout/IconVerticalSolidList"/>
    <dgm:cxn modelId="{B5155373-5D5D-4DD7-AE80-A8CB76FACE9C}" srcId="{F34CE768-2E19-406C-82FF-EB74201F352F}" destId="{3A6BCEC0-D802-4F24-A654-4C4B1C7CAFE0}" srcOrd="2" destOrd="0" parTransId="{32B89C27-D5A0-4846-8E88-EF956EA151A6}" sibTransId="{E91AE6E7-03D4-43DD-9D98-D1D53E115727}"/>
    <dgm:cxn modelId="{8AB772D0-A226-44CB-8B4C-ECA0275A0E4D}" type="presOf" srcId="{175E74B9-6B52-41FA-9939-DCE27A7DA7A7}" destId="{B92672C4-ACB6-448C-AEEF-7EEE83D073AB}" srcOrd="0" destOrd="0" presId="urn:microsoft.com/office/officeart/2018/2/layout/IconVerticalSolidList"/>
    <dgm:cxn modelId="{B154D2D8-7074-4D88-BB46-D0028A70389E}" type="presOf" srcId="{3A6BCEC0-D802-4F24-A654-4C4B1C7CAFE0}" destId="{C34512E0-4B0B-45F5-8208-4D624D7BEC06}" srcOrd="0" destOrd="0" presId="urn:microsoft.com/office/officeart/2018/2/layout/IconVerticalSolidList"/>
    <dgm:cxn modelId="{FE9610BF-65C7-4D52-A5AA-48D104B0D587}" type="presParOf" srcId="{5D40738A-81AA-4D77-86F1-81BDEA6C320D}" destId="{06FFF9B6-2560-484F-90F1-F3A878565893}" srcOrd="0" destOrd="0" presId="urn:microsoft.com/office/officeart/2018/2/layout/IconVerticalSolidList"/>
    <dgm:cxn modelId="{AB551819-9B6D-496D-8C57-80324510CDF2}" type="presParOf" srcId="{06FFF9B6-2560-484F-90F1-F3A878565893}" destId="{AB23A7F0-F07D-4CDA-BADA-CE0BCDAA3A3B}" srcOrd="0" destOrd="0" presId="urn:microsoft.com/office/officeart/2018/2/layout/IconVerticalSolidList"/>
    <dgm:cxn modelId="{2D47E584-F367-4D57-A140-F4C6D9B093A9}" type="presParOf" srcId="{06FFF9B6-2560-484F-90F1-F3A878565893}" destId="{67A67251-962C-450D-918E-EBA9CFA94186}" srcOrd="1" destOrd="0" presId="urn:microsoft.com/office/officeart/2018/2/layout/IconVerticalSolidList"/>
    <dgm:cxn modelId="{F9975A48-5BAD-47B7-BA73-4BBFCD35B66F}" type="presParOf" srcId="{06FFF9B6-2560-484F-90F1-F3A878565893}" destId="{E665AC1F-6858-44FB-AB1D-66337F50922A}" srcOrd="2" destOrd="0" presId="urn:microsoft.com/office/officeart/2018/2/layout/IconVerticalSolidList"/>
    <dgm:cxn modelId="{DA050A95-8369-4843-8FCD-FC2E73E43CE2}" type="presParOf" srcId="{06FFF9B6-2560-484F-90F1-F3A878565893}" destId="{2D4BC0BB-F96C-48F7-BA63-5EA31DA644C6}" srcOrd="3" destOrd="0" presId="urn:microsoft.com/office/officeart/2018/2/layout/IconVerticalSolidList"/>
    <dgm:cxn modelId="{CD374F96-2695-49A5-B92E-E0C308E7A92F}" type="presParOf" srcId="{5D40738A-81AA-4D77-86F1-81BDEA6C320D}" destId="{F054DF12-E502-4F2F-9071-D85B2A159EF1}" srcOrd="1" destOrd="0" presId="urn:microsoft.com/office/officeart/2018/2/layout/IconVerticalSolidList"/>
    <dgm:cxn modelId="{E5E305FE-2625-452C-A2FE-CB590039FA49}" type="presParOf" srcId="{5D40738A-81AA-4D77-86F1-81BDEA6C320D}" destId="{6177A226-8B2C-4542-8E6F-A409F92D847B}" srcOrd="2" destOrd="0" presId="urn:microsoft.com/office/officeart/2018/2/layout/IconVerticalSolidList"/>
    <dgm:cxn modelId="{534AEE55-08D9-4A82-BDEB-A556F39E224E}" type="presParOf" srcId="{6177A226-8B2C-4542-8E6F-A409F92D847B}" destId="{3B7B46AD-8226-44CC-A5CC-F12F018E260E}" srcOrd="0" destOrd="0" presId="urn:microsoft.com/office/officeart/2018/2/layout/IconVerticalSolidList"/>
    <dgm:cxn modelId="{36A193D9-AEBE-4298-BAF7-87C152660CE7}" type="presParOf" srcId="{6177A226-8B2C-4542-8E6F-A409F92D847B}" destId="{865CB1BE-995F-491F-9738-B10AC7EA5B0A}" srcOrd="1" destOrd="0" presId="urn:microsoft.com/office/officeart/2018/2/layout/IconVerticalSolidList"/>
    <dgm:cxn modelId="{9470F082-3772-456D-A372-0579F022AEE5}" type="presParOf" srcId="{6177A226-8B2C-4542-8E6F-A409F92D847B}" destId="{4013DDF8-F6A7-4C1E-8F6B-0814CD355B2B}" srcOrd="2" destOrd="0" presId="urn:microsoft.com/office/officeart/2018/2/layout/IconVerticalSolidList"/>
    <dgm:cxn modelId="{0C0A14BD-7363-471E-82AC-FA1F3FB866AF}" type="presParOf" srcId="{6177A226-8B2C-4542-8E6F-A409F92D847B}" destId="{B92672C4-ACB6-448C-AEEF-7EEE83D073AB}" srcOrd="3" destOrd="0" presId="urn:microsoft.com/office/officeart/2018/2/layout/IconVerticalSolidList"/>
    <dgm:cxn modelId="{10D52813-DC6E-41A1-A3F7-03B1F4618818}" type="presParOf" srcId="{5D40738A-81AA-4D77-86F1-81BDEA6C320D}" destId="{8B9D459F-C3C5-4527-A599-E2415D7094E8}" srcOrd="3" destOrd="0" presId="urn:microsoft.com/office/officeart/2018/2/layout/IconVerticalSolidList"/>
    <dgm:cxn modelId="{148C25B0-E85D-4539-B077-42FAF2D43124}" type="presParOf" srcId="{5D40738A-81AA-4D77-86F1-81BDEA6C320D}" destId="{BA4DE2AD-E1C4-486F-953E-80798445716C}" srcOrd="4" destOrd="0" presId="urn:microsoft.com/office/officeart/2018/2/layout/IconVerticalSolidList"/>
    <dgm:cxn modelId="{5DA462A2-C94D-4C96-8067-28B5F0405877}" type="presParOf" srcId="{BA4DE2AD-E1C4-486F-953E-80798445716C}" destId="{91251D2D-7B6D-4FE7-ABB3-7C5A16E606BF}" srcOrd="0" destOrd="0" presId="urn:microsoft.com/office/officeart/2018/2/layout/IconVerticalSolidList"/>
    <dgm:cxn modelId="{E5337376-750E-4535-BF09-7BA52CF4557F}" type="presParOf" srcId="{BA4DE2AD-E1C4-486F-953E-80798445716C}" destId="{23596692-8632-4948-89F1-01CC04BFC143}" srcOrd="1" destOrd="0" presId="urn:microsoft.com/office/officeart/2018/2/layout/IconVerticalSolidList"/>
    <dgm:cxn modelId="{1A0408D1-1F5D-460D-AA65-7C89F7E6E8D4}" type="presParOf" srcId="{BA4DE2AD-E1C4-486F-953E-80798445716C}" destId="{30569250-75EC-47D6-A4D7-59BEECDD5824}" srcOrd="2" destOrd="0" presId="urn:microsoft.com/office/officeart/2018/2/layout/IconVerticalSolidList"/>
    <dgm:cxn modelId="{B73E1A23-6B83-41A1-84CE-B1A3E6518C2E}" type="presParOf" srcId="{BA4DE2AD-E1C4-486F-953E-80798445716C}" destId="{C34512E0-4B0B-45F5-8208-4D624D7BEC0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42FF7C5-DDFC-4FCC-8CF6-44A4F8C4D016}" type="doc">
      <dgm:prSet loTypeId="urn:microsoft.com/office/officeart/2005/8/layout/vList2" loCatId="list" qsTypeId="urn:microsoft.com/office/officeart/2005/8/quickstyle/simple4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CFF74401-47AE-4DDB-9170-1000D9872599}">
      <dgm:prSet/>
      <dgm:spPr/>
      <dgm:t>
        <a:bodyPr/>
        <a:lstStyle/>
        <a:p>
          <a:r>
            <a:rPr lang="en-US" dirty="0"/>
            <a:t>Optimization Prompt:</a:t>
          </a:r>
        </a:p>
      </dgm:t>
    </dgm:pt>
    <dgm:pt modelId="{5B1CD276-B0C6-4AEE-BFC1-35F4AD99F093}" type="parTrans" cxnId="{7DD29481-3C19-432F-89F8-5D238BF3A8FF}">
      <dgm:prSet/>
      <dgm:spPr/>
      <dgm:t>
        <a:bodyPr/>
        <a:lstStyle/>
        <a:p>
          <a:endParaRPr lang="en-US"/>
        </a:p>
      </dgm:t>
    </dgm:pt>
    <dgm:pt modelId="{11B2A8AB-BC96-4370-9024-ECF97AE457CC}" type="sibTrans" cxnId="{7DD29481-3C19-432F-89F8-5D238BF3A8FF}">
      <dgm:prSet/>
      <dgm:spPr/>
      <dgm:t>
        <a:bodyPr/>
        <a:lstStyle/>
        <a:p>
          <a:endParaRPr lang="en-US"/>
        </a:p>
      </dgm:t>
    </dgm:pt>
    <dgm:pt modelId="{1212F617-CA53-4C82-ADA4-76C0B1BA278F}">
      <dgm:prSet/>
      <dgm:spPr/>
      <dgm:t>
        <a:bodyPr/>
        <a:lstStyle/>
        <a:p>
          <a:r>
            <a:rPr lang="en-US" dirty="0"/>
            <a:t>A system must encrypt 5GB of data/hr. on limited hardware. </a:t>
          </a:r>
        </a:p>
      </dgm:t>
    </dgm:pt>
    <dgm:pt modelId="{FC86BB2D-E4F9-403D-9AD2-A02BE0A7CF33}" type="parTrans" cxnId="{FD5A6962-96A8-4955-8247-E273B22A9EF5}">
      <dgm:prSet/>
      <dgm:spPr/>
      <dgm:t>
        <a:bodyPr/>
        <a:lstStyle/>
        <a:p>
          <a:endParaRPr lang="en-US"/>
        </a:p>
      </dgm:t>
    </dgm:pt>
    <dgm:pt modelId="{FA27F0CC-F208-4FB3-8E39-D7C03E12B95B}" type="sibTrans" cxnId="{FD5A6962-96A8-4955-8247-E273B22A9EF5}">
      <dgm:prSet/>
      <dgm:spPr/>
      <dgm:t>
        <a:bodyPr/>
        <a:lstStyle/>
        <a:p>
          <a:endParaRPr lang="en-US"/>
        </a:p>
      </dgm:t>
    </dgm:pt>
    <dgm:pt modelId="{A67A24B9-C535-4D21-BADE-46392AA34B7A}">
      <dgm:prSet/>
      <dgm:spPr/>
      <dgm:t>
        <a:bodyPr/>
        <a:lstStyle/>
        <a:p>
          <a:r>
            <a:rPr lang="en-US" dirty="0"/>
            <a:t>High security required, latency must remain under 200ms/ transaction.</a:t>
          </a:r>
        </a:p>
      </dgm:t>
    </dgm:pt>
    <dgm:pt modelId="{773816A5-E35C-4E2A-BBD8-856E61FCFAB4}" type="parTrans" cxnId="{DDD7D95A-6018-4AB8-902C-5C41804E18DC}">
      <dgm:prSet/>
      <dgm:spPr/>
      <dgm:t>
        <a:bodyPr/>
        <a:lstStyle/>
        <a:p>
          <a:endParaRPr lang="en-US"/>
        </a:p>
      </dgm:t>
    </dgm:pt>
    <dgm:pt modelId="{D9555C8B-05DF-491A-894C-78BB76A4373D}" type="sibTrans" cxnId="{DDD7D95A-6018-4AB8-902C-5C41804E18DC}">
      <dgm:prSet/>
      <dgm:spPr/>
      <dgm:t>
        <a:bodyPr/>
        <a:lstStyle/>
        <a:p>
          <a:endParaRPr lang="en-US"/>
        </a:p>
      </dgm:t>
    </dgm:pt>
    <dgm:pt modelId="{E57B0AAE-AD58-4B75-80F0-60E5C664D80B}">
      <dgm:prSet/>
      <dgm:spPr/>
      <dgm:t>
        <a:bodyPr/>
        <a:lstStyle/>
        <a:p>
          <a:r>
            <a:rPr lang="en-US" dirty="0"/>
            <a:t>Which encryption approach should be used and how can it be optimized?</a:t>
          </a:r>
        </a:p>
      </dgm:t>
    </dgm:pt>
    <dgm:pt modelId="{E7FC67F6-EC75-489A-9064-9D30F8EA19ED}" type="parTrans" cxnId="{CDDF6D73-F24D-4025-982E-7D4350A7D125}">
      <dgm:prSet/>
      <dgm:spPr/>
      <dgm:t>
        <a:bodyPr/>
        <a:lstStyle/>
        <a:p>
          <a:endParaRPr lang="en-US"/>
        </a:p>
      </dgm:t>
    </dgm:pt>
    <dgm:pt modelId="{385AC921-76A5-4156-BB31-D37552381F30}" type="sibTrans" cxnId="{CDDF6D73-F24D-4025-982E-7D4350A7D125}">
      <dgm:prSet/>
      <dgm:spPr/>
      <dgm:t>
        <a:bodyPr/>
        <a:lstStyle/>
        <a:p>
          <a:endParaRPr lang="en-US"/>
        </a:p>
      </dgm:t>
    </dgm:pt>
    <dgm:pt modelId="{21FD6607-7A6F-435D-8F4C-56C4E1389314}">
      <dgm:prSet/>
      <dgm:spPr/>
      <dgm:t>
        <a:bodyPr/>
        <a:lstStyle/>
        <a:p>
          <a:r>
            <a:rPr lang="en-US" dirty="0"/>
            <a:t>Complexity Prompt:</a:t>
          </a:r>
        </a:p>
      </dgm:t>
    </dgm:pt>
    <dgm:pt modelId="{D392662E-5D98-4CA2-8F8C-F675CEF2B3DD}" type="parTrans" cxnId="{F297A52D-06BB-498A-B813-A276A569E14A}">
      <dgm:prSet/>
      <dgm:spPr/>
      <dgm:t>
        <a:bodyPr/>
        <a:lstStyle/>
        <a:p>
          <a:endParaRPr lang="en-US"/>
        </a:p>
      </dgm:t>
    </dgm:pt>
    <dgm:pt modelId="{76871E72-DDB7-45B5-B5D8-93D92F55FBBD}" type="sibTrans" cxnId="{F297A52D-06BB-498A-B813-A276A569E14A}">
      <dgm:prSet/>
      <dgm:spPr/>
      <dgm:t>
        <a:bodyPr/>
        <a:lstStyle/>
        <a:p>
          <a:endParaRPr lang="en-US"/>
        </a:p>
      </dgm:t>
    </dgm:pt>
    <dgm:pt modelId="{354A0408-CDBB-474E-9AED-3007A6216A83}">
      <dgm:prSet/>
      <dgm:spPr/>
      <dgm:t>
        <a:bodyPr/>
        <a:lstStyle/>
        <a:p>
          <a:r>
            <a:rPr lang="en-US" dirty="0"/>
            <a:t>Design a small encryption algorithm to encrypt license numbers in constant time then in log time in python.</a:t>
          </a:r>
        </a:p>
      </dgm:t>
    </dgm:pt>
    <dgm:pt modelId="{67E5C953-5EB3-4276-9D04-1829D5AF0E3E}" type="parTrans" cxnId="{CCB3AD29-411D-46CA-A668-C6362F394949}">
      <dgm:prSet/>
      <dgm:spPr/>
      <dgm:t>
        <a:bodyPr/>
        <a:lstStyle/>
        <a:p>
          <a:endParaRPr lang="en-US"/>
        </a:p>
      </dgm:t>
    </dgm:pt>
    <dgm:pt modelId="{DBEF5A03-789C-4977-ABA5-B46878F15E4A}" type="sibTrans" cxnId="{CCB3AD29-411D-46CA-A668-C6362F394949}">
      <dgm:prSet/>
      <dgm:spPr/>
      <dgm:t>
        <a:bodyPr/>
        <a:lstStyle/>
        <a:p>
          <a:endParaRPr lang="en-US"/>
        </a:p>
      </dgm:t>
    </dgm:pt>
    <dgm:pt modelId="{5E2D6849-08A0-4A98-B89C-F74768982A23}">
      <dgm:prSet/>
      <dgm:spPr/>
      <dgm:t>
        <a:bodyPr/>
        <a:lstStyle/>
        <a:p>
          <a:r>
            <a:rPr lang="en-US" dirty="0"/>
            <a:t>Security Analysis Prompt:</a:t>
          </a:r>
        </a:p>
      </dgm:t>
    </dgm:pt>
    <dgm:pt modelId="{FDC004F1-3D7C-4DDF-8C2D-DFCC6B729ACB}" type="parTrans" cxnId="{3BD6318A-3328-4FFF-AAF2-A2880216F475}">
      <dgm:prSet/>
      <dgm:spPr/>
      <dgm:t>
        <a:bodyPr/>
        <a:lstStyle/>
        <a:p>
          <a:endParaRPr lang="en-US"/>
        </a:p>
      </dgm:t>
    </dgm:pt>
    <dgm:pt modelId="{A7CD8258-BA4F-4427-AE02-9D6CD796C05B}" type="sibTrans" cxnId="{3BD6318A-3328-4FFF-AAF2-A2880216F475}">
      <dgm:prSet/>
      <dgm:spPr/>
      <dgm:t>
        <a:bodyPr/>
        <a:lstStyle/>
        <a:p>
          <a:endParaRPr lang="en-US"/>
        </a:p>
      </dgm:t>
    </dgm:pt>
    <dgm:pt modelId="{5E1F445B-7A0E-4335-8A93-4BA59DCD384B}">
      <dgm:prSet/>
      <dgm:spPr/>
      <dgm:t>
        <a:bodyPr/>
        <a:lstStyle/>
        <a:p>
          <a:r>
            <a:rPr lang="en-US" dirty="0"/>
            <a:t>Provide a solution to hash a bank’s transaction history, sacrifice computational time to prove the best security.</a:t>
          </a:r>
        </a:p>
      </dgm:t>
    </dgm:pt>
    <dgm:pt modelId="{9097335D-FE3D-48AF-9FB3-3685B44F427B}" type="parTrans" cxnId="{6F79A546-B057-4400-9932-6A3AB17BF8BB}">
      <dgm:prSet/>
      <dgm:spPr/>
      <dgm:t>
        <a:bodyPr/>
        <a:lstStyle/>
        <a:p>
          <a:endParaRPr lang="en-US"/>
        </a:p>
      </dgm:t>
    </dgm:pt>
    <dgm:pt modelId="{198C1C7D-6331-4519-B362-808AA20BCFA6}" type="sibTrans" cxnId="{6F79A546-B057-4400-9932-6A3AB17BF8BB}">
      <dgm:prSet/>
      <dgm:spPr/>
      <dgm:t>
        <a:bodyPr/>
        <a:lstStyle/>
        <a:p>
          <a:endParaRPr lang="en-US"/>
        </a:p>
      </dgm:t>
    </dgm:pt>
    <dgm:pt modelId="{A506B450-383C-49A7-95DE-CA26ADE06E4A}">
      <dgm:prSet/>
      <dgm:spPr/>
      <dgm:t>
        <a:bodyPr/>
        <a:lstStyle/>
        <a:p>
          <a:r>
            <a:rPr lang="en-US" dirty="0"/>
            <a:t>Algorithm Selection Prompt:</a:t>
          </a:r>
        </a:p>
      </dgm:t>
    </dgm:pt>
    <dgm:pt modelId="{116DF33F-1C84-4DCE-B7D7-30ABF32B6E27}" type="sibTrans" cxnId="{60AC8B8B-6AB6-4454-AFB9-492A7878F4C2}">
      <dgm:prSet/>
      <dgm:spPr/>
      <dgm:t>
        <a:bodyPr/>
        <a:lstStyle/>
        <a:p>
          <a:endParaRPr lang="en-US"/>
        </a:p>
      </dgm:t>
    </dgm:pt>
    <dgm:pt modelId="{842D64C0-5B6C-493B-A87B-83442C28C50D}" type="parTrans" cxnId="{60AC8B8B-6AB6-4454-AFB9-492A7878F4C2}">
      <dgm:prSet/>
      <dgm:spPr/>
      <dgm:t>
        <a:bodyPr/>
        <a:lstStyle/>
        <a:p>
          <a:endParaRPr lang="en-US"/>
        </a:p>
      </dgm:t>
    </dgm:pt>
    <dgm:pt modelId="{1F733022-E8E0-4C8E-896B-5AF40C4C44DC}">
      <dgm:prSet/>
      <dgm:spPr/>
      <dgm:t>
        <a:bodyPr/>
        <a:lstStyle/>
        <a:p>
          <a:r>
            <a:rPr lang="en-US" dirty="0"/>
            <a:t>Data center needs to encrypt their employee’s system passwords. </a:t>
          </a:r>
        </a:p>
      </dgm:t>
    </dgm:pt>
    <dgm:pt modelId="{5E8FEC3F-432A-47F5-923E-CAC143E72DA0}" type="sibTrans" cxnId="{522C2A69-1F50-4440-8D51-3C159F4570B1}">
      <dgm:prSet/>
      <dgm:spPr/>
      <dgm:t>
        <a:bodyPr/>
        <a:lstStyle/>
        <a:p>
          <a:endParaRPr lang="en-US"/>
        </a:p>
      </dgm:t>
    </dgm:pt>
    <dgm:pt modelId="{C7A279C0-3218-4BD0-995A-CCF5BC52CFA0}" type="parTrans" cxnId="{522C2A69-1F50-4440-8D51-3C159F4570B1}">
      <dgm:prSet/>
      <dgm:spPr/>
      <dgm:t>
        <a:bodyPr/>
        <a:lstStyle/>
        <a:p>
          <a:endParaRPr lang="en-US"/>
        </a:p>
      </dgm:t>
    </dgm:pt>
    <dgm:pt modelId="{F92BA774-45C4-4FB9-A4C9-DD4A0E80EC3E}">
      <dgm:prSet/>
      <dgm:spPr/>
      <dgm:t>
        <a:bodyPr/>
        <a:lstStyle/>
        <a:p>
          <a:r>
            <a:rPr lang="en-US" dirty="0"/>
            <a:t>passwords requirements: 8 characters, numbers and special characters. </a:t>
          </a:r>
        </a:p>
      </dgm:t>
    </dgm:pt>
    <dgm:pt modelId="{AAD41CA0-1E8A-4C3A-9617-767B25D90187}" type="sibTrans" cxnId="{86A9748B-49AE-4565-9BCA-F1C2B7241F37}">
      <dgm:prSet/>
      <dgm:spPr/>
      <dgm:t>
        <a:bodyPr/>
        <a:lstStyle/>
        <a:p>
          <a:endParaRPr lang="en-US"/>
        </a:p>
      </dgm:t>
    </dgm:pt>
    <dgm:pt modelId="{90287BE2-7DBC-427A-BC4F-9565F37F0428}" type="parTrans" cxnId="{86A9748B-49AE-4565-9BCA-F1C2B7241F37}">
      <dgm:prSet/>
      <dgm:spPr/>
      <dgm:t>
        <a:bodyPr/>
        <a:lstStyle/>
        <a:p>
          <a:endParaRPr lang="en-US"/>
        </a:p>
      </dgm:t>
    </dgm:pt>
    <dgm:pt modelId="{2CEE9DCB-A6BD-46AD-B15C-0C611469F2C5}">
      <dgm:prSet/>
      <dgm:spPr/>
      <dgm:t>
        <a:bodyPr/>
        <a:lstStyle/>
        <a:p>
          <a:r>
            <a:rPr lang="en-US" dirty="0"/>
            <a:t>encrypt the password account creation and verified on relogging in, no lag </a:t>
          </a:r>
        </a:p>
      </dgm:t>
    </dgm:pt>
    <dgm:pt modelId="{7B7B2F5F-316C-4E53-932E-9A97DE1FC3C3}" type="sibTrans" cxnId="{46BF8B34-F404-418D-8D6E-116E0135AEBA}">
      <dgm:prSet/>
      <dgm:spPr/>
      <dgm:t>
        <a:bodyPr/>
        <a:lstStyle/>
        <a:p>
          <a:endParaRPr lang="en-US"/>
        </a:p>
      </dgm:t>
    </dgm:pt>
    <dgm:pt modelId="{F8445472-BD43-4278-8516-C6B4C9552936}" type="parTrans" cxnId="{46BF8B34-F404-418D-8D6E-116E0135AEBA}">
      <dgm:prSet/>
      <dgm:spPr/>
      <dgm:t>
        <a:bodyPr/>
        <a:lstStyle/>
        <a:p>
          <a:endParaRPr lang="en-US"/>
        </a:p>
      </dgm:t>
    </dgm:pt>
    <dgm:pt modelId="{7411F774-7681-45D1-B19F-DE0AE3AAD156}">
      <dgm:prSet/>
      <dgm:spPr/>
      <dgm:t>
        <a:bodyPr/>
        <a:lstStyle/>
        <a:p>
          <a:r>
            <a:rPr lang="en-US" dirty="0"/>
            <a:t>200 employees all need accounts. </a:t>
          </a:r>
        </a:p>
      </dgm:t>
    </dgm:pt>
    <dgm:pt modelId="{5C17C577-7945-4CCA-AE1B-6F774F573566}" type="sibTrans" cxnId="{34EE6D82-7D06-46B0-BE7F-9ED083451D51}">
      <dgm:prSet/>
      <dgm:spPr/>
      <dgm:t>
        <a:bodyPr/>
        <a:lstStyle/>
        <a:p>
          <a:endParaRPr lang="en-US"/>
        </a:p>
      </dgm:t>
    </dgm:pt>
    <dgm:pt modelId="{32D09D26-93C7-4308-BAAF-A701266E82FF}" type="parTrans" cxnId="{34EE6D82-7D06-46B0-BE7F-9ED083451D51}">
      <dgm:prSet/>
      <dgm:spPr/>
      <dgm:t>
        <a:bodyPr/>
        <a:lstStyle/>
        <a:p>
          <a:endParaRPr lang="en-US"/>
        </a:p>
      </dgm:t>
    </dgm:pt>
    <dgm:pt modelId="{906602F9-CBE5-459C-9F9E-340033715C76}">
      <dgm:prSet/>
      <dgm:spPr/>
      <dgm:t>
        <a:bodyPr/>
        <a:lstStyle/>
        <a:p>
          <a:r>
            <a:rPr lang="en-US" dirty="0"/>
            <a:t>Which encryption approach should be used and why?</a:t>
          </a:r>
        </a:p>
      </dgm:t>
    </dgm:pt>
    <dgm:pt modelId="{DC7C9212-1571-4260-BA7D-0E2B610E0224}" type="sibTrans" cxnId="{069310A3-D27F-47D7-8D31-EBDB0637F025}">
      <dgm:prSet/>
      <dgm:spPr/>
      <dgm:t>
        <a:bodyPr/>
        <a:lstStyle/>
        <a:p>
          <a:endParaRPr lang="en-US"/>
        </a:p>
      </dgm:t>
    </dgm:pt>
    <dgm:pt modelId="{3108275D-A3FF-4111-8655-AD6F9B993709}" type="parTrans" cxnId="{069310A3-D27F-47D7-8D31-EBDB0637F025}">
      <dgm:prSet/>
      <dgm:spPr/>
      <dgm:t>
        <a:bodyPr/>
        <a:lstStyle/>
        <a:p>
          <a:endParaRPr lang="en-US"/>
        </a:p>
      </dgm:t>
    </dgm:pt>
    <dgm:pt modelId="{9BB90B76-3955-43A4-A6F6-9A346CA73AB7}" type="pres">
      <dgm:prSet presAssocID="{842FF7C5-DDFC-4FCC-8CF6-44A4F8C4D016}" presName="linear" presStyleCnt="0">
        <dgm:presLayoutVars>
          <dgm:animLvl val="lvl"/>
          <dgm:resizeHandles val="exact"/>
        </dgm:presLayoutVars>
      </dgm:prSet>
      <dgm:spPr/>
    </dgm:pt>
    <dgm:pt modelId="{556B63D7-35A8-4E3C-A12B-0B8330C5EC23}" type="pres">
      <dgm:prSet presAssocID="{A506B450-383C-49A7-95DE-CA26ADE06E4A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E4A11E40-FE82-4E6E-AB06-F82A9D7A872F}" type="pres">
      <dgm:prSet presAssocID="{A506B450-383C-49A7-95DE-CA26ADE06E4A}" presName="childText" presStyleLbl="revTx" presStyleIdx="0" presStyleCnt="4">
        <dgm:presLayoutVars>
          <dgm:bulletEnabled val="1"/>
        </dgm:presLayoutVars>
      </dgm:prSet>
      <dgm:spPr/>
    </dgm:pt>
    <dgm:pt modelId="{593C3B68-A051-4B7A-A7D9-C326F458E9E9}" type="pres">
      <dgm:prSet presAssocID="{CFF74401-47AE-4DDB-9170-1000D987259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FD9A8FEC-8851-4C5F-9AB1-5EF13D931AC4}" type="pres">
      <dgm:prSet presAssocID="{CFF74401-47AE-4DDB-9170-1000D9872599}" presName="childText" presStyleLbl="revTx" presStyleIdx="1" presStyleCnt="4">
        <dgm:presLayoutVars>
          <dgm:bulletEnabled val="1"/>
        </dgm:presLayoutVars>
      </dgm:prSet>
      <dgm:spPr/>
    </dgm:pt>
    <dgm:pt modelId="{0EB5553C-B264-4CE8-9376-34C93F20CDCF}" type="pres">
      <dgm:prSet presAssocID="{21FD6607-7A6F-435D-8F4C-56C4E1389314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085293EE-F517-42D9-A193-51117CA0A769}" type="pres">
      <dgm:prSet presAssocID="{21FD6607-7A6F-435D-8F4C-56C4E1389314}" presName="childText" presStyleLbl="revTx" presStyleIdx="2" presStyleCnt="4">
        <dgm:presLayoutVars>
          <dgm:bulletEnabled val="1"/>
        </dgm:presLayoutVars>
      </dgm:prSet>
      <dgm:spPr/>
    </dgm:pt>
    <dgm:pt modelId="{5AF7264F-099F-4429-81AD-3B9D13EAD7CD}" type="pres">
      <dgm:prSet presAssocID="{5E2D6849-08A0-4A98-B89C-F74768982A23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E8B2023B-B9F5-4A00-9832-4B141375B153}" type="pres">
      <dgm:prSet presAssocID="{5E2D6849-08A0-4A98-B89C-F74768982A23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D747211C-A392-4CAE-8EFA-56040E9B5046}" type="presOf" srcId="{906602F9-CBE5-459C-9F9E-340033715C76}" destId="{E4A11E40-FE82-4E6E-AB06-F82A9D7A872F}" srcOrd="0" destOrd="4" presId="urn:microsoft.com/office/officeart/2005/8/layout/vList2"/>
    <dgm:cxn modelId="{B333B01C-D3F8-4AA4-9830-CB3B2646C021}" type="presOf" srcId="{1F733022-E8E0-4C8E-896B-5AF40C4C44DC}" destId="{E4A11E40-FE82-4E6E-AB06-F82A9D7A872F}" srcOrd="0" destOrd="0" presId="urn:microsoft.com/office/officeart/2005/8/layout/vList2"/>
    <dgm:cxn modelId="{CCB3AD29-411D-46CA-A668-C6362F394949}" srcId="{21FD6607-7A6F-435D-8F4C-56C4E1389314}" destId="{354A0408-CDBB-474E-9AED-3007A6216A83}" srcOrd="0" destOrd="0" parTransId="{67E5C953-5EB3-4276-9D04-1829D5AF0E3E}" sibTransId="{DBEF5A03-789C-4977-ABA5-B46878F15E4A}"/>
    <dgm:cxn modelId="{F297A52D-06BB-498A-B813-A276A569E14A}" srcId="{842FF7C5-DDFC-4FCC-8CF6-44A4F8C4D016}" destId="{21FD6607-7A6F-435D-8F4C-56C4E1389314}" srcOrd="2" destOrd="0" parTransId="{D392662E-5D98-4CA2-8F8C-F675CEF2B3DD}" sibTransId="{76871E72-DDB7-45B5-B5D8-93D92F55FBBD}"/>
    <dgm:cxn modelId="{C775F630-F094-434F-86CC-311C1AA199AB}" type="presOf" srcId="{F92BA774-45C4-4FB9-A4C9-DD4A0E80EC3E}" destId="{E4A11E40-FE82-4E6E-AB06-F82A9D7A872F}" srcOrd="0" destOrd="1" presId="urn:microsoft.com/office/officeart/2005/8/layout/vList2"/>
    <dgm:cxn modelId="{46BF8B34-F404-418D-8D6E-116E0135AEBA}" srcId="{A506B450-383C-49A7-95DE-CA26ADE06E4A}" destId="{2CEE9DCB-A6BD-46AD-B15C-0C611469F2C5}" srcOrd="2" destOrd="0" parTransId="{F8445472-BD43-4278-8516-C6B4C9552936}" sibTransId="{7B7B2F5F-316C-4E53-932E-9A97DE1FC3C3}"/>
    <dgm:cxn modelId="{FD5A6962-96A8-4955-8247-E273B22A9EF5}" srcId="{CFF74401-47AE-4DDB-9170-1000D9872599}" destId="{1212F617-CA53-4C82-ADA4-76C0B1BA278F}" srcOrd="0" destOrd="0" parTransId="{FC86BB2D-E4F9-403D-9AD2-A02BE0A7CF33}" sibTransId="{FA27F0CC-F208-4FB3-8E39-D7C03E12B95B}"/>
    <dgm:cxn modelId="{6F79A546-B057-4400-9932-6A3AB17BF8BB}" srcId="{5E2D6849-08A0-4A98-B89C-F74768982A23}" destId="{5E1F445B-7A0E-4335-8A93-4BA59DCD384B}" srcOrd="0" destOrd="0" parTransId="{9097335D-FE3D-48AF-9FB3-3685B44F427B}" sibTransId="{198C1C7D-6331-4519-B362-808AA20BCFA6}"/>
    <dgm:cxn modelId="{0822DD46-58DC-4EB1-B3BD-614CC05288DC}" type="presOf" srcId="{2CEE9DCB-A6BD-46AD-B15C-0C611469F2C5}" destId="{E4A11E40-FE82-4E6E-AB06-F82A9D7A872F}" srcOrd="0" destOrd="2" presId="urn:microsoft.com/office/officeart/2005/8/layout/vList2"/>
    <dgm:cxn modelId="{E3F25668-7811-4BE6-BFF3-6E854E56AB5A}" type="presOf" srcId="{E57B0AAE-AD58-4B75-80F0-60E5C664D80B}" destId="{FD9A8FEC-8851-4C5F-9AB1-5EF13D931AC4}" srcOrd="0" destOrd="2" presId="urn:microsoft.com/office/officeart/2005/8/layout/vList2"/>
    <dgm:cxn modelId="{522C2A69-1F50-4440-8D51-3C159F4570B1}" srcId="{A506B450-383C-49A7-95DE-CA26ADE06E4A}" destId="{1F733022-E8E0-4C8E-896B-5AF40C4C44DC}" srcOrd="0" destOrd="0" parTransId="{C7A279C0-3218-4BD0-995A-CCF5BC52CFA0}" sibTransId="{5E8FEC3F-432A-47F5-923E-CAC143E72DA0}"/>
    <dgm:cxn modelId="{0269684B-4FCC-473E-BFBA-942F503E14E6}" type="presOf" srcId="{1212F617-CA53-4C82-ADA4-76C0B1BA278F}" destId="{FD9A8FEC-8851-4C5F-9AB1-5EF13D931AC4}" srcOrd="0" destOrd="0" presId="urn:microsoft.com/office/officeart/2005/8/layout/vList2"/>
    <dgm:cxn modelId="{CDDF6D73-F24D-4025-982E-7D4350A7D125}" srcId="{CFF74401-47AE-4DDB-9170-1000D9872599}" destId="{E57B0AAE-AD58-4B75-80F0-60E5C664D80B}" srcOrd="2" destOrd="0" parTransId="{E7FC67F6-EC75-489A-9064-9D30F8EA19ED}" sibTransId="{385AC921-76A5-4156-BB31-D37552381F30}"/>
    <dgm:cxn modelId="{088F2A5A-6AFC-40D0-87B7-01BFCB64DAB9}" type="presOf" srcId="{A67A24B9-C535-4D21-BADE-46392AA34B7A}" destId="{FD9A8FEC-8851-4C5F-9AB1-5EF13D931AC4}" srcOrd="0" destOrd="1" presId="urn:microsoft.com/office/officeart/2005/8/layout/vList2"/>
    <dgm:cxn modelId="{DDD7D95A-6018-4AB8-902C-5C41804E18DC}" srcId="{CFF74401-47AE-4DDB-9170-1000D9872599}" destId="{A67A24B9-C535-4D21-BADE-46392AA34B7A}" srcOrd="1" destOrd="0" parTransId="{773816A5-E35C-4E2A-BBD8-856E61FCFAB4}" sibTransId="{D9555C8B-05DF-491A-894C-78BB76A4373D}"/>
    <dgm:cxn modelId="{7DD29481-3C19-432F-89F8-5D238BF3A8FF}" srcId="{842FF7C5-DDFC-4FCC-8CF6-44A4F8C4D016}" destId="{CFF74401-47AE-4DDB-9170-1000D9872599}" srcOrd="1" destOrd="0" parTransId="{5B1CD276-B0C6-4AEE-BFC1-35F4AD99F093}" sibTransId="{11B2A8AB-BC96-4370-9024-ECF97AE457CC}"/>
    <dgm:cxn modelId="{34EE6D82-7D06-46B0-BE7F-9ED083451D51}" srcId="{A506B450-383C-49A7-95DE-CA26ADE06E4A}" destId="{7411F774-7681-45D1-B19F-DE0AE3AAD156}" srcOrd="3" destOrd="0" parTransId="{32D09D26-93C7-4308-BAAF-A701266E82FF}" sibTransId="{5C17C577-7945-4CCA-AE1B-6F774F573566}"/>
    <dgm:cxn modelId="{3BD6318A-3328-4FFF-AAF2-A2880216F475}" srcId="{842FF7C5-DDFC-4FCC-8CF6-44A4F8C4D016}" destId="{5E2D6849-08A0-4A98-B89C-F74768982A23}" srcOrd="3" destOrd="0" parTransId="{FDC004F1-3D7C-4DDF-8C2D-DFCC6B729ACB}" sibTransId="{A7CD8258-BA4F-4427-AE02-9D6CD796C05B}"/>
    <dgm:cxn modelId="{86A9748B-49AE-4565-9BCA-F1C2B7241F37}" srcId="{A506B450-383C-49A7-95DE-CA26ADE06E4A}" destId="{F92BA774-45C4-4FB9-A4C9-DD4A0E80EC3E}" srcOrd="1" destOrd="0" parTransId="{90287BE2-7DBC-427A-BC4F-9565F37F0428}" sibTransId="{AAD41CA0-1E8A-4C3A-9617-767B25D90187}"/>
    <dgm:cxn modelId="{60AC8B8B-6AB6-4454-AFB9-492A7878F4C2}" srcId="{842FF7C5-DDFC-4FCC-8CF6-44A4F8C4D016}" destId="{A506B450-383C-49A7-95DE-CA26ADE06E4A}" srcOrd="0" destOrd="0" parTransId="{842D64C0-5B6C-493B-A87B-83442C28C50D}" sibTransId="{116DF33F-1C84-4DCE-B7D7-30ABF32B6E27}"/>
    <dgm:cxn modelId="{069310A3-D27F-47D7-8D31-EBDB0637F025}" srcId="{A506B450-383C-49A7-95DE-CA26ADE06E4A}" destId="{906602F9-CBE5-459C-9F9E-340033715C76}" srcOrd="4" destOrd="0" parTransId="{3108275D-A3FF-4111-8655-AD6F9B993709}" sibTransId="{DC7C9212-1571-4260-BA7D-0E2B610E0224}"/>
    <dgm:cxn modelId="{1B2918A5-4F9C-4A7F-8EAF-A640C2149EC5}" type="presOf" srcId="{354A0408-CDBB-474E-9AED-3007A6216A83}" destId="{085293EE-F517-42D9-A193-51117CA0A769}" srcOrd="0" destOrd="0" presId="urn:microsoft.com/office/officeart/2005/8/layout/vList2"/>
    <dgm:cxn modelId="{25F25FA5-CCF8-44A3-9326-7FD71146EA10}" type="presOf" srcId="{5E2D6849-08A0-4A98-B89C-F74768982A23}" destId="{5AF7264F-099F-4429-81AD-3B9D13EAD7CD}" srcOrd="0" destOrd="0" presId="urn:microsoft.com/office/officeart/2005/8/layout/vList2"/>
    <dgm:cxn modelId="{EBE6CEA9-78C2-420F-A11D-F44A5AED171B}" type="presOf" srcId="{7411F774-7681-45D1-B19F-DE0AE3AAD156}" destId="{E4A11E40-FE82-4E6E-AB06-F82A9D7A872F}" srcOrd="0" destOrd="3" presId="urn:microsoft.com/office/officeart/2005/8/layout/vList2"/>
    <dgm:cxn modelId="{3A4577BA-F68D-4F24-BB22-12DCE083937E}" type="presOf" srcId="{5E1F445B-7A0E-4335-8A93-4BA59DCD384B}" destId="{E8B2023B-B9F5-4A00-9832-4B141375B153}" srcOrd="0" destOrd="0" presId="urn:microsoft.com/office/officeart/2005/8/layout/vList2"/>
    <dgm:cxn modelId="{8BF1FCBA-8DFA-4BE1-83C4-FC32EDCDB813}" type="presOf" srcId="{A506B450-383C-49A7-95DE-CA26ADE06E4A}" destId="{556B63D7-35A8-4E3C-A12B-0B8330C5EC23}" srcOrd="0" destOrd="0" presId="urn:microsoft.com/office/officeart/2005/8/layout/vList2"/>
    <dgm:cxn modelId="{157FB7CB-6CD3-44F6-AA6A-54D9853FEA31}" type="presOf" srcId="{CFF74401-47AE-4DDB-9170-1000D9872599}" destId="{593C3B68-A051-4B7A-A7D9-C326F458E9E9}" srcOrd="0" destOrd="0" presId="urn:microsoft.com/office/officeart/2005/8/layout/vList2"/>
    <dgm:cxn modelId="{98E6D1CE-2C2E-41EA-98BD-998E0DCCC92B}" type="presOf" srcId="{842FF7C5-DDFC-4FCC-8CF6-44A4F8C4D016}" destId="{9BB90B76-3955-43A4-A6F6-9A346CA73AB7}" srcOrd="0" destOrd="0" presId="urn:microsoft.com/office/officeart/2005/8/layout/vList2"/>
    <dgm:cxn modelId="{280C23D2-7AEE-46A4-8158-DCA94FA582B2}" type="presOf" srcId="{21FD6607-7A6F-435D-8F4C-56C4E1389314}" destId="{0EB5553C-B264-4CE8-9376-34C93F20CDCF}" srcOrd="0" destOrd="0" presId="urn:microsoft.com/office/officeart/2005/8/layout/vList2"/>
    <dgm:cxn modelId="{712E8888-E7B2-4971-BD45-A1CD148B4BC4}" type="presParOf" srcId="{9BB90B76-3955-43A4-A6F6-9A346CA73AB7}" destId="{556B63D7-35A8-4E3C-A12B-0B8330C5EC23}" srcOrd="0" destOrd="0" presId="urn:microsoft.com/office/officeart/2005/8/layout/vList2"/>
    <dgm:cxn modelId="{3D391A04-99F5-4B43-8F74-AB51103CFB8E}" type="presParOf" srcId="{9BB90B76-3955-43A4-A6F6-9A346CA73AB7}" destId="{E4A11E40-FE82-4E6E-AB06-F82A9D7A872F}" srcOrd="1" destOrd="0" presId="urn:microsoft.com/office/officeart/2005/8/layout/vList2"/>
    <dgm:cxn modelId="{1767F04C-5EF5-460F-BEB0-F3F112F0B4BF}" type="presParOf" srcId="{9BB90B76-3955-43A4-A6F6-9A346CA73AB7}" destId="{593C3B68-A051-4B7A-A7D9-C326F458E9E9}" srcOrd="2" destOrd="0" presId="urn:microsoft.com/office/officeart/2005/8/layout/vList2"/>
    <dgm:cxn modelId="{998B35B6-95FF-4D59-B5DC-7A9201164F3F}" type="presParOf" srcId="{9BB90B76-3955-43A4-A6F6-9A346CA73AB7}" destId="{FD9A8FEC-8851-4C5F-9AB1-5EF13D931AC4}" srcOrd="3" destOrd="0" presId="urn:microsoft.com/office/officeart/2005/8/layout/vList2"/>
    <dgm:cxn modelId="{A28C70CA-D8FD-4D33-966D-F4AD7D641963}" type="presParOf" srcId="{9BB90B76-3955-43A4-A6F6-9A346CA73AB7}" destId="{0EB5553C-B264-4CE8-9376-34C93F20CDCF}" srcOrd="4" destOrd="0" presId="urn:microsoft.com/office/officeart/2005/8/layout/vList2"/>
    <dgm:cxn modelId="{997EB14D-E23E-4896-8386-4FBC16D1ADFA}" type="presParOf" srcId="{9BB90B76-3955-43A4-A6F6-9A346CA73AB7}" destId="{085293EE-F517-42D9-A193-51117CA0A769}" srcOrd="5" destOrd="0" presId="urn:microsoft.com/office/officeart/2005/8/layout/vList2"/>
    <dgm:cxn modelId="{C64F415A-A9A1-4187-B4F9-5C97E2819A34}" type="presParOf" srcId="{9BB90B76-3955-43A4-A6F6-9A346CA73AB7}" destId="{5AF7264F-099F-4429-81AD-3B9D13EAD7CD}" srcOrd="6" destOrd="0" presId="urn:microsoft.com/office/officeart/2005/8/layout/vList2"/>
    <dgm:cxn modelId="{A3760F87-A34F-4F0E-9921-DF47FEE900CF}" type="presParOf" srcId="{9BB90B76-3955-43A4-A6F6-9A346CA73AB7}" destId="{E8B2023B-B9F5-4A00-9832-4B141375B153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21C80B6-5FB8-4334-9845-CD7892855AF8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9A59676-DD5A-4C34-ADC6-E555A84ACF76}">
      <dgm:prSet/>
      <dgm:spPr/>
      <dgm:t>
        <a:bodyPr/>
        <a:lstStyle/>
        <a:p>
          <a:r>
            <a:rPr lang="en-US"/>
            <a:t>Limitations</a:t>
          </a:r>
        </a:p>
      </dgm:t>
    </dgm:pt>
    <dgm:pt modelId="{9635755C-A70B-4017-A466-FF24A948CED7}" type="parTrans" cxnId="{94502D07-0BBA-4123-BE1B-3A1FF34575FE}">
      <dgm:prSet/>
      <dgm:spPr/>
      <dgm:t>
        <a:bodyPr/>
        <a:lstStyle/>
        <a:p>
          <a:endParaRPr lang="en-US"/>
        </a:p>
      </dgm:t>
    </dgm:pt>
    <dgm:pt modelId="{20C7B6A4-322C-412B-AA95-072B1B3194B3}" type="sibTrans" cxnId="{94502D07-0BBA-4123-BE1B-3A1FF34575FE}">
      <dgm:prSet/>
      <dgm:spPr/>
      <dgm:t>
        <a:bodyPr/>
        <a:lstStyle/>
        <a:p>
          <a:endParaRPr lang="en-US"/>
        </a:p>
      </dgm:t>
    </dgm:pt>
    <dgm:pt modelId="{5C92A042-5D9F-4522-A851-EF161B32A8DE}">
      <dgm:prSet/>
      <dgm:spPr/>
      <dgm:t>
        <a:bodyPr/>
        <a:lstStyle/>
        <a:p>
          <a:r>
            <a:rPr lang="en-US"/>
            <a:t>No references or source justification for solutions</a:t>
          </a:r>
        </a:p>
      </dgm:t>
    </dgm:pt>
    <dgm:pt modelId="{3636851D-7A08-4CA4-9661-AEA33ECF31F8}" type="parTrans" cxnId="{03D8EEA4-E0A0-4CF4-904A-141C985C66CA}">
      <dgm:prSet/>
      <dgm:spPr/>
      <dgm:t>
        <a:bodyPr/>
        <a:lstStyle/>
        <a:p>
          <a:endParaRPr lang="en-US"/>
        </a:p>
      </dgm:t>
    </dgm:pt>
    <dgm:pt modelId="{3FD8F6B0-5F5E-45AE-B14A-1609BF6C2457}" type="sibTrans" cxnId="{03D8EEA4-E0A0-4CF4-904A-141C985C66CA}">
      <dgm:prSet/>
      <dgm:spPr/>
      <dgm:t>
        <a:bodyPr/>
        <a:lstStyle/>
        <a:p>
          <a:endParaRPr lang="en-US"/>
        </a:p>
      </dgm:t>
    </dgm:pt>
    <dgm:pt modelId="{23063CF0-87DF-42AE-8ABE-3F2056166552}">
      <dgm:prSet/>
      <dgm:spPr/>
      <dgm:t>
        <a:bodyPr/>
        <a:lstStyle/>
        <a:p>
          <a:r>
            <a:rPr lang="en-US"/>
            <a:t>Requires users to verify information externally</a:t>
          </a:r>
        </a:p>
      </dgm:t>
    </dgm:pt>
    <dgm:pt modelId="{D2A916B3-5FB7-488D-9CE4-B349F1A5DC10}" type="parTrans" cxnId="{658F21AD-7E2C-42DF-B985-E63D825425F4}">
      <dgm:prSet/>
      <dgm:spPr/>
      <dgm:t>
        <a:bodyPr/>
        <a:lstStyle/>
        <a:p>
          <a:endParaRPr lang="en-US"/>
        </a:p>
      </dgm:t>
    </dgm:pt>
    <dgm:pt modelId="{E45D54E6-236A-4959-9BD2-EB3FCB201E63}" type="sibTrans" cxnId="{658F21AD-7E2C-42DF-B985-E63D825425F4}">
      <dgm:prSet/>
      <dgm:spPr/>
      <dgm:t>
        <a:bodyPr/>
        <a:lstStyle/>
        <a:p>
          <a:endParaRPr lang="en-US"/>
        </a:p>
      </dgm:t>
    </dgm:pt>
    <dgm:pt modelId="{F281622C-9B64-4F84-9173-AB7D3632FFE1}">
      <dgm:prSet/>
      <dgm:spPr/>
      <dgm:t>
        <a:bodyPr/>
        <a:lstStyle/>
        <a:p>
          <a:r>
            <a:rPr lang="en-US"/>
            <a:t>Raises issues of trust and reliability</a:t>
          </a:r>
        </a:p>
      </dgm:t>
    </dgm:pt>
    <dgm:pt modelId="{921C3A43-1176-4EAC-B0AF-5531E4C324B9}" type="parTrans" cxnId="{503BA022-846E-4788-B84F-CA64B55915C0}">
      <dgm:prSet/>
      <dgm:spPr/>
      <dgm:t>
        <a:bodyPr/>
        <a:lstStyle/>
        <a:p>
          <a:endParaRPr lang="en-US"/>
        </a:p>
      </dgm:t>
    </dgm:pt>
    <dgm:pt modelId="{A3A23095-6ABC-4739-8746-CDB67B4DFF3C}" type="sibTrans" cxnId="{503BA022-846E-4788-B84F-CA64B55915C0}">
      <dgm:prSet/>
      <dgm:spPr/>
      <dgm:t>
        <a:bodyPr/>
        <a:lstStyle/>
        <a:p>
          <a:endParaRPr lang="en-US"/>
        </a:p>
      </dgm:t>
    </dgm:pt>
    <dgm:pt modelId="{35A81B38-B814-43AB-8701-53064F62DBFE}">
      <dgm:prSet/>
      <dgm:spPr/>
      <dgm:t>
        <a:bodyPr/>
        <a:lstStyle/>
        <a:p>
          <a:r>
            <a:rPr lang="en-US"/>
            <a:t>Concerns about code ownership &amp; intellectual property</a:t>
          </a:r>
        </a:p>
      </dgm:t>
    </dgm:pt>
    <dgm:pt modelId="{4905E37A-46A7-410D-8134-5F08BE8FCF3C}" type="parTrans" cxnId="{574BDFBB-39B2-4B47-93EF-5D1407AE494B}">
      <dgm:prSet/>
      <dgm:spPr/>
      <dgm:t>
        <a:bodyPr/>
        <a:lstStyle/>
        <a:p>
          <a:endParaRPr lang="en-US"/>
        </a:p>
      </dgm:t>
    </dgm:pt>
    <dgm:pt modelId="{D1F1356A-0902-4D4D-B9F3-2AECC763A853}" type="sibTrans" cxnId="{574BDFBB-39B2-4B47-93EF-5D1407AE494B}">
      <dgm:prSet/>
      <dgm:spPr/>
      <dgm:t>
        <a:bodyPr/>
        <a:lstStyle/>
        <a:p>
          <a:endParaRPr lang="en-US"/>
        </a:p>
      </dgm:t>
    </dgm:pt>
    <dgm:pt modelId="{738E6544-B9E0-45F3-B857-6B588EE53E5E}">
      <dgm:prSet/>
      <dgm:spPr/>
      <dgm:t>
        <a:bodyPr/>
        <a:lstStyle/>
        <a:p>
          <a:r>
            <a:rPr lang="en-US"/>
            <a:t>Overall credibility of AI-generated solutions is uncertain</a:t>
          </a:r>
        </a:p>
      </dgm:t>
    </dgm:pt>
    <dgm:pt modelId="{52FD0C74-A21B-4414-87EF-859F226DA054}" type="parTrans" cxnId="{E8AD7765-B33A-4FFA-96F7-B081255F2949}">
      <dgm:prSet/>
      <dgm:spPr/>
      <dgm:t>
        <a:bodyPr/>
        <a:lstStyle/>
        <a:p>
          <a:endParaRPr lang="en-US"/>
        </a:p>
      </dgm:t>
    </dgm:pt>
    <dgm:pt modelId="{63A40F99-5C9C-43D1-8621-FED27A9923A6}" type="sibTrans" cxnId="{E8AD7765-B33A-4FFA-96F7-B081255F2949}">
      <dgm:prSet/>
      <dgm:spPr/>
      <dgm:t>
        <a:bodyPr/>
        <a:lstStyle/>
        <a:p>
          <a:endParaRPr lang="en-US"/>
        </a:p>
      </dgm:t>
    </dgm:pt>
    <dgm:pt modelId="{C2D94C92-4AE2-4427-8F65-0B31D640432F}">
      <dgm:prSet/>
      <dgm:spPr/>
      <dgm:t>
        <a:bodyPr/>
        <a:lstStyle/>
        <a:p>
          <a:r>
            <a:rPr lang="en-US"/>
            <a:t>Success rates</a:t>
          </a:r>
        </a:p>
      </dgm:t>
    </dgm:pt>
    <dgm:pt modelId="{F70CACFF-407F-4150-AFBF-56C8174CC6C1}" type="parTrans" cxnId="{97C87D0B-8245-4DB5-9A6D-F0DCEF71204E}">
      <dgm:prSet/>
      <dgm:spPr/>
      <dgm:t>
        <a:bodyPr/>
        <a:lstStyle/>
        <a:p>
          <a:endParaRPr lang="en-US"/>
        </a:p>
      </dgm:t>
    </dgm:pt>
    <dgm:pt modelId="{E46F9660-90DA-4425-BD75-2359C7DFF193}" type="sibTrans" cxnId="{97C87D0B-8245-4DB5-9A6D-F0DCEF71204E}">
      <dgm:prSet/>
      <dgm:spPr/>
      <dgm:t>
        <a:bodyPr/>
        <a:lstStyle/>
        <a:p>
          <a:endParaRPr lang="en-US"/>
        </a:p>
      </dgm:t>
    </dgm:pt>
    <dgm:pt modelId="{450D778E-0C07-4CB7-AA70-E64A45077DA0}">
      <dgm:prSet/>
      <dgm:spPr/>
      <dgm:t>
        <a:bodyPr/>
        <a:lstStyle/>
        <a:p>
          <a:r>
            <a:rPr lang="en-US"/>
            <a:t>Solve both basic and complex problems</a:t>
          </a:r>
        </a:p>
      </dgm:t>
    </dgm:pt>
    <dgm:pt modelId="{F4C1A868-283B-450F-9780-3FAF48B9BEF6}" type="parTrans" cxnId="{C0CE4060-917E-434A-95D6-5390186EFB10}">
      <dgm:prSet/>
      <dgm:spPr/>
      <dgm:t>
        <a:bodyPr/>
        <a:lstStyle/>
        <a:p>
          <a:endParaRPr lang="en-US"/>
        </a:p>
      </dgm:t>
    </dgm:pt>
    <dgm:pt modelId="{65526A3B-1A6D-4E73-A118-40DF404A3C9D}" type="sibTrans" cxnId="{C0CE4060-917E-434A-95D6-5390186EFB10}">
      <dgm:prSet/>
      <dgm:spPr/>
      <dgm:t>
        <a:bodyPr/>
        <a:lstStyle/>
        <a:p>
          <a:endParaRPr lang="en-US"/>
        </a:p>
      </dgm:t>
    </dgm:pt>
    <dgm:pt modelId="{0113E7B8-9828-40A4-8676-116C2317173A}" type="pres">
      <dgm:prSet presAssocID="{421C80B6-5FB8-4334-9845-CD7892855AF8}" presName="linear" presStyleCnt="0">
        <dgm:presLayoutVars>
          <dgm:animLvl val="lvl"/>
          <dgm:resizeHandles val="exact"/>
        </dgm:presLayoutVars>
      </dgm:prSet>
      <dgm:spPr/>
    </dgm:pt>
    <dgm:pt modelId="{A2DB3A4E-665D-4F15-8B71-39EF5B366963}" type="pres">
      <dgm:prSet presAssocID="{D9A59676-DD5A-4C34-ADC6-E555A84ACF76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2A90A409-F027-433A-8055-4B9861CA3BF3}" type="pres">
      <dgm:prSet presAssocID="{D9A59676-DD5A-4C34-ADC6-E555A84ACF76}" presName="childText" presStyleLbl="revTx" presStyleIdx="0" presStyleCnt="1">
        <dgm:presLayoutVars>
          <dgm:bulletEnabled val="1"/>
        </dgm:presLayoutVars>
      </dgm:prSet>
      <dgm:spPr/>
    </dgm:pt>
    <dgm:pt modelId="{082C501F-5C18-4F31-963C-BFDE9803EA2D}" type="pres">
      <dgm:prSet presAssocID="{C2D94C92-4AE2-4427-8F65-0B31D640432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0BF7D1A-5F09-4E9B-AD21-6CDDEDFC257F}" type="pres">
      <dgm:prSet presAssocID="{E46F9660-90DA-4425-BD75-2359C7DFF193}" presName="spacer" presStyleCnt="0"/>
      <dgm:spPr/>
    </dgm:pt>
    <dgm:pt modelId="{88C92E13-9557-4758-940B-1EA7E6AFCC6A}" type="pres">
      <dgm:prSet presAssocID="{450D778E-0C07-4CB7-AA70-E64A45077DA0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7D643402-5815-44F4-9A65-4561B7F477C8}" type="presOf" srcId="{D9A59676-DD5A-4C34-ADC6-E555A84ACF76}" destId="{A2DB3A4E-665D-4F15-8B71-39EF5B366963}" srcOrd="0" destOrd="0" presId="urn:microsoft.com/office/officeart/2005/8/layout/vList2"/>
    <dgm:cxn modelId="{94502D07-0BBA-4123-BE1B-3A1FF34575FE}" srcId="{421C80B6-5FB8-4334-9845-CD7892855AF8}" destId="{D9A59676-DD5A-4C34-ADC6-E555A84ACF76}" srcOrd="0" destOrd="0" parTransId="{9635755C-A70B-4017-A466-FF24A948CED7}" sibTransId="{20C7B6A4-322C-412B-AA95-072B1B3194B3}"/>
    <dgm:cxn modelId="{97C87D0B-8245-4DB5-9A6D-F0DCEF71204E}" srcId="{421C80B6-5FB8-4334-9845-CD7892855AF8}" destId="{C2D94C92-4AE2-4427-8F65-0B31D640432F}" srcOrd="1" destOrd="0" parTransId="{F70CACFF-407F-4150-AFBF-56C8174CC6C1}" sibTransId="{E46F9660-90DA-4425-BD75-2359C7DFF193}"/>
    <dgm:cxn modelId="{503BA022-846E-4788-B84F-CA64B55915C0}" srcId="{D9A59676-DD5A-4C34-ADC6-E555A84ACF76}" destId="{F281622C-9B64-4F84-9173-AB7D3632FFE1}" srcOrd="2" destOrd="0" parTransId="{921C3A43-1176-4EAC-B0AF-5531E4C324B9}" sibTransId="{A3A23095-6ABC-4739-8746-CDB67B4DFF3C}"/>
    <dgm:cxn modelId="{6AE8542D-D11B-4419-94B4-ECBD1532BB4A}" type="presOf" srcId="{23063CF0-87DF-42AE-8ABE-3F2056166552}" destId="{2A90A409-F027-433A-8055-4B9861CA3BF3}" srcOrd="0" destOrd="1" presId="urn:microsoft.com/office/officeart/2005/8/layout/vList2"/>
    <dgm:cxn modelId="{BEC8E732-90E1-44C8-8E4C-7767648DFFCE}" type="presOf" srcId="{C2D94C92-4AE2-4427-8F65-0B31D640432F}" destId="{082C501F-5C18-4F31-963C-BFDE9803EA2D}" srcOrd="0" destOrd="0" presId="urn:microsoft.com/office/officeart/2005/8/layout/vList2"/>
    <dgm:cxn modelId="{C0CE4060-917E-434A-95D6-5390186EFB10}" srcId="{421C80B6-5FB8-4334-9845-CD7892855AF8}" destId="{450D778E-0C07-4CB7-AA70-E64A45077DA0}" srcOrd="2" destOrd="0" parTransId="{F4C1A868-283B-450F-9780-3FAF48B9BEF6}" sibTransId="{65526A3B-1A6D-4E73-A118-40DF404A3C9D}"/>
    <dgm:cxn modelId="{0CF1E361-017F-4DAA-AF24-B7D32E06B804}" type="presOf" srcId="{738E6544-B9E0-45F3-B857-6B588EE53E5E}" destId="{2A90A409-F027-433A-8055-4B9861CA3BF3}" srcOrd="0" destOrd="4" presId="urn:microsoft.com/office/officeart/2005/8/layout/vList2"/>
    <dgm:cxn modelId="{E8AD7765-B33A-4FFA-96F7-B081255F2949}" srcId="{D9A59676-DD5A-4C34-ADC6-E555A84ACF76}" destId="{738E6544-B9E0-45F3-B857-6B588EE53E5E}" srcOrd="4" destOrd="0" parTransId="{52FD0C74-A21B-4414-87EF-859F226DA054}" sibTransId="{63A40F99-5C9C-43D1-8621-FED27A9923A6}"/>
    <dgm:cxn modelId="{61E0CA6A-FE12-4733-A6AD-C5731EF162B0}" type="presOf" srcId="{421C80B6-5FB8-4334-9845-CD7892855AF8}" destId="{0113E7B8-9828-40A4-8676-116C2317173A}" srcOrd="0" destOrd="0" presId="urn:microsoft.com/office/officeart/2005/8/layout/vList2"/>
    <dgm:cxn modelId="{29BAEE4E-F123-446D-BFD4-BE08A125C2FD}" type="presOf" srcId="{450D778E-0C07-4CB7-AA70-E64A45077DA0}" destId="{88C92E13-9557-4758-940B-1EA7E6AFCC6A}" srcOrd="0" destOrd="0" presId="urn:microsoft.com/office/officeart/2005/8/layout/vList2"/>
    <dgm:cxn modelId="{9AFF5C81-9E97-4EE0-BE0C-8CF0F2424ACB}" type="presOf" srcId="{F281622C-9B64-4F84-9173-AB7D3632FFE1}" destId="{2A90A409-F027-433A-8055-4B9861CA3BF3}" srcOrd="0" destOrd="2" presId="urn:microsoft.com/office/officeart/2005/8/layout/vList2"/>
    <dgm:cxn modelId="{65D24BA0-520F-48D1-9BD9-41640EE05AA0}" type="presOf" srcId="{35A81B38-B814-43AB-8701-53064F62DBFE}" destId="{2A90A409-F027-433A-8055-4B9861CA3BF3}" srcOrd="0" destOrd="3" presId="urn:microsoft.com/office/officeart/2005/8/layout/vList2"/>
    <dgm:cxn modelId="{03D8EEA4-E0A0-4CF4-904A-141C985C66CA}" srcId="{D9A59676-DD5A-4C34-ADC6-E555A84ACF76}" destId="{5C92A042-5D9F-4522-A851-EF161B32A8DE}" srcOrd="0" destOrd="0" parTransId="{3636851D-7A08-4CA4-9661-AEA33ECF31F8}" sibTransId="{3FD8F6B0-5F5E-45AE-B14A-1609BF6C2457}"/>
    <dgm:cxn modelId="{658F21AD-7E2C-42DF-B985-E63D825425F4}" srcId="{D9A59676-DD5A-4C34-ADC6-E555A84ACF76}" destId="{23063CF0-87DF-42AE-8ABE-3F2056166552}" srcOrd="1" destOrd="0" parTransId="{D2A916B3-5FB7-488D-9CE4-B349F1A5DC10}" sibTransId="{E45D54E6-236A-4959-9BD2-EB3FCB201E63}"/>
    <dgm:cxn modelId="{574BDFBB-39B2-4B47-93EF-5D1407AE494B}" srcId="{D9A59676-DD5A-4C34-ADC6-E555A84ACF76}" destId="{35A81B38-B814-43AB-8701-53064F62DBFE}" srcOrd="3" destOrd="0" parTransId="{4905E37A-46A7-410D-8134-5F08BE8FCF3C}" sibTransId="{D1F1356A-0902-4D4D-B9F3-2AECC763A853}"/>
    <dgm:cxn modelId="{159A91C5-64F0-4BB9-9907-49A351F1ED89}" type="presOf" srcId="{5C92A042-5D9F-4522-A851-EF161B32A8DE}" destId="{2A90A409-F027-433A-8055-4B9861CA3BF3}" srcOrd="0" destOrd="0" presId="urn:microsoft.com/office/officeart/2005/8/layout/vList2"/>
    <dgm:cxn modelId="{6071DF14-6692-4808-B2A1-6DBECA117A7D}" type="presParOf" srcId="{0113E7B8-9828-40A4-8676-116C2317173A}" destId="{A2DB3A4E-665D-4F15-8B71-39EF5B366963}" srcOrd="0" destOrd="0" presId="urn:microsoft.com/office/officeart/2005/8/layout/vList2"/>
    <dgm:cxn modelId="{4775CC73-4AE5-4EEB-8C94-2F41E083EC0B}" type="presParOf" srcId="{0113E7B8-9828-40A4-8676-116C2317173A}" destId="{2A90A409-F027-433A-8055-4B9861CA3BF3}" srcOrd="1" destOrd="0" presId="urn:microsoft.com/office/officeart/2005/8/layout/vList2"/>
    <dgm:cxn modelId="{0B168C36-BED6-4560-8C90-83AE0744F109}" type="presParOf" srcId="{0113E7B8-9828-40A4-8676-116C2317173A}" destId="{082C501F-5C18-4F31-963C-BFDE9803EA2D}" srcOrd="2" destOrd="0" presId="urn:microsoft.com/office/officeart/2005/8/layout/vList2"/>
    <dgm:cxn modelId="{C4FD0E7C-4DA0-4F86-82E2-6C46C036E58F}" type="presParOf" srcId="{0113E7B8-9828-40A4-8676-116C2317173A}" destId="{20BF7D1A-5F09-4E9B-AD21-6CDDEDFC257F}" srcOrd="3" destOrd="0" presId="urn:microsoft.com/office/officeart/2005/8/layout/vList2"/>
    <dgm:cxn modelId="{86F0430A-A82B-48C0-9899-982E1D754313}" type="presParOf" srcId="{0113E7B8-9828-40A4-8676-116C2317173A}" destId="{88C92E13-9557-4758-940B-1EA7E6AFCC6A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164230A-E4D9-472A-A2E9-0928093DE36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8139F1A-A6A7-432B-8781-7A4A3DED4A9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Further testing</a:t>
          </a:r>
        </a:p>
      </dgm:t>
    </dgm:pt>
    <dgm:pt modelId="{E914C820-F9DE-47EC-9F73-936C9F42AB5B}" type="parTrans" cxnId="{0040673C-1203-48E6-AC57-F1184954747E}">
      <dgm:prSet/>
      <dgm:spPr/>
      <dgm:t>
        <a:bodyPr/>
        <a:lstStyle/>
        <a:p>
          <a:endParaRPr lang="en-US"/>
        </a:p>
      </dgm:t>
    </dgm:pt>
    <dgm:pt modelId="{A2646469-F1C6-47E6-BBFA-5DF18D058547}" type="sibTrans" cxnId="{0040673C-1203-48E6-AC57-F1184954747E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8088FB2-9739-4FD1-B605-8E749E114D2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Prompts with varying information: vague/detailed</a:t>
          </a:r>
        </a:p>
      </dgm:t>
    </dgm:pt>
    <dgm:pt modelId="{6727F9B5-275F-4C72-879E-3B1EF9CD4DAC}" type="parTrans" cxnId="{3E3A2A63-D5F9-45E4-A9F1-C7586559D632}">
      <dgm:prSet/>
      <dgm:spPr/>
      <dgm:t>
        <a:bodyPr/>
        <a:lstStyle/>
        <a:p>
          <a:endParaRPr lang="en-US"/>
        </a:p>
      </dgm:t>
    </dgm:pt>
    <dgm:pt modelId="{7E6E6C79-13F4-445D-A6C2-642E2E73C0C1}" type="sibTrans" cxnId="{3E3A2A63-D5F9-45E4-A9F1-C7586559D63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8297205D-8C73-416F-9724-10DD90272DD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Test with additional time complexities</a:t>
          </a:r>
        </a:p>
      </dgm:t>
    </dgm:pt>
    <dgm:pt modelId="{1A6556AD-6CF2-4598-9270-415BC1496414}" type="parTrans" cxnId="{4F5D4AF2-3259-4C83-85CB-825A05E68D1C}">
      <dgm:prSet/>
      <dgm:spPr/>
      <dgm:t>
        <a:bodyPr/>
        <a:lstStyle/>
        <a:p>
          <a:endParaRPr lang="en-US"/>
        </a:p>
      </dgm:t>
    </dgm:pt>
    <dgm:pt modelId="{E8DA3550-6FCD-4CFD-BDAB-61ACC51FF0E0}" type="sibTrans" cxnId="{4F5D4AF2-3259-4C83-85CB-825A05E68D1C}">
      <dgm:prSet/>
      <dgm:spPr/>
      <dgm:t>
        <a:bodyPr/>
        <a:lstStyle/>
        <a:p>
          <a:endParaRPr lang="en-US"/>
        </a:p>
      </dgm:t>
    </dgm:pt>
    <dgm:pt modelId="{D3EF4D07-D4B5-4620-B038-1A9BF802A266}" type="pres">
      <dgm:prSet presAssocID="{9164230A-E4D9-472A-A2E9-0928093DE36C}" presName="root" presStyleCnt="0">
        <dgm:presLayoutVars>
          <dgm:dir/>
          <dgm:resizeHandles val="exact"/>
        </dgm:presLayoutVars>
      </dgm:prSet>
      <dgm:spPr/>
    </dgm:pt>
    <dgm:pt modelId="{7F4EE86C-2221-4DE7-A13A-0AFAD52B7600}" type="pres">
      <dgm:prSet presAssocID="{28139F1A-A6A7-432B-8781-7A4A3DED4A93}" presName="compNode" presStyleCnt="0"/>
      <dgm:spPr/>
    </dgm:pt>
    <dgm:pt modelId="{1DE0EEAF-84B7-4781-841D-E631EC03B713}" type="pres">
      <dgm:prSet presAssocID="{28139F1A-A6A7-432B-8781-7A4A3DED4A93}" presName="bgRect" presStyleLbl="bgShp" presStyleIdx="0" presStyleCnt="3"/>
      <dgm:spPr/>
    </dgm:pt>
    <dgm:pt modelId="{0789B933-71A9-4E50-ABAE-B03C82A4C39C}" type="pres">
      <dgm:prSet presAssocID="{28139F1A-A6A7-432B-8781-7A4A3DED4A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868C1C68-4BE9-46F3-B3F4-F789339BF424}" type="pres">
      <dgm:prSet presAssocID="{28139F1A-A6A7-432B-8781-7A4A3DED4A93}" presName="spaceRect" presStyleCnt="0"/>
      <dgm:spPr/>
    </dgm:pt>
    <dgm:pt modelId="{FA1BE958-200D-4906-893A-2DC426B9F0D8}" type="pres">
      <dgm:prSet presAssocID="{28139F1A-A6A7-432B-8781-7A4A3DED4A93}" presName="parTx" presStyleLbl="revTx" presStyleIdx="0" presStyleCnt="3">
        <dgm:presLayoutVars>
          <dgm:chMax val="0"/>
          <dgm:chPref val="0"/>
        </dgm:presLayoutVars>
      </dgm:prSet>
      <dgm:spPr/>
    </dgm:pt>
    <dgm:pt modelId="{D21B3E7D-12CA-4510-A889-82547A13B84A}" type="pres">
      <dgm:prSet presAssocID="{A2646469-F1C6-47E6-BBFA-5DF18D058547}" presName="sibTrans" presStyleCnt="0"/>
      <dgm:spPr/>
    </dgm:pt>
    <dgm:pt modelId="{F51AE01D-4D20-4B92-BE33-241B4FAA3E43}" type="pres">
      <dgm:prSet presAssocID="{18088FB2-9739-4FD1-B605-8E749E114D27}" presName="compNode" presStyleCnt="0"/>
      <dgm:spPr/>
    </dgm:pt>
    <dgm:pt modelId="{0E498389-3155-4076-9605-F779259C705D}" type="pres">
      <dgm:prSet presAssocID="{18088FB2-9739-4FD1-B605-8E749E114D27}" presName="bgRect" presStyleLbl="bgShp" presStyleIdx="1" presStyleCnt="3"/>
      <dgm:spPr/>
    </dgm:pt>
    <dgm:pt modelId="{316BDFFF-97FF-4DE3-AB60-F86D23E0F1E5}" type="pres">
      <dgm:prSet presAssocID="{18088FB2-9739-4FD1-B605-8E749E114D2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 mark"/>
        </a:ext>
      </dgm:extLst>
    </dgm:pt>
    <dgm:pt modelId="{F921737B-6AE8-48B5-8571-A2F1CF22F051}" type="pres">
      <dgm:prSet presAssocID="{18088FB2-9739-4FD1-B605-8E749E114D27}" presName="spaceRect" presStyleCnt="0"/>
      <dgm:spPr/>
    </dgm:pt>
    <dgm:pt modelId="{059EFB95-DA10-45FB-A7C4-ED4C46F23598}" type="pres">
      <dgm:prSet presAssocID="{18088FB2-9739-4FD1-B605-8E749E114D27}" presName="parTx" presStyleLbl="revTx" presStyleIdx="1" presStyleCnt="3">
        <dgm:presLayoutVars>
          <dgm:chMax val="0"/>
          <dgm:chPref val="0"/>
        </dgm:presLayoutVars>
      </dgm:prSet>
      <dgm:spPr/>
    </dgm:pt>
    <dgm:pt modelId="{B5635DAE-5846-4978-BCFA-EED9434D1494}" type="pres">
      <dgm:prSet presAssocID="{7E6E6C79-13F4-445D-A6C2-642E2E73C0C1}" presName="sibTrans" presStyleCnt="0"/>
      <dgm:spPr/>
    </dgm:pt>
    <dgm:pt modelId="{3D385135-329F-41F6-8403-2869C19A9BE7}" type="pres">
      <dgm:prSet presAssocID="{8297205D-8C73-416F-9724-10DD90272DD8}" presName="compNode" presStyleCnt="0"/>
      <dgm:spPr/>
    </dgm:pt>
    <dgm:pt modelId="{6E83CE17-532C-48E9-8E6F-A41542CBE679}" type="pres">
      <dgm:prSet presAssocID="{8297205D-8C73-416F-9724-10DD90272DD8}" presName="bgRect" presStyleLbl="bgShp" presStyleIdx="2" presStyleCnt="3"/>
      <dgm:spPr/>
    </dgm:pt>
    <dgm:pt modelId="{6D5BCD89-E367-480F-B6A7-ED9736351BE4}" type="pres">
      <dgm:prSet presAssocID="{8297205D-8C73-416F-9724-10DD90272DD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E4FEEE38-678D-4E0D-815E-84B349781502}" type="pres">
      <dgm:prSet presAssocID="{8297205D-8C73-416F-9724-10DD90272DD8}" presName="spaceRect" presStyleCnt="0"/>
      <dgm:spPr/>
    </dgm:pt>
    <dgm:pt modelId="{D4257CDC-F8ED-4DB5-A080-4FF144C3DAD5}" type="pres">
      <dgm:prSet presAssocID="{8297205D-8C73-416F-9724-10DD90272DD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DD20702-D519-4C86-B8EB-EA5C544CBAA9}" type="presOf" srcId="{9164230A-E4D9-472A-A2E9-0928093DE36C}" destId="{D3EF4D07-D4B5-4620-B038-1A9BF802A266}" srcOrd="0" destOrd="0" presId="urn:microsoft.com/office/officeart/2018/2/layout/IconVerticalSolidList"/>
    <dgm:cxn modelId="{0040673C-1203-48E6-AC57-F1184954747E}" srcId="{9164230A-E4D9-472A-A2E9-0928093DE36C}" destId="{28139F1A-A6A7-432B-8781-7A4A3DED4A93}" srcOrd="0" destOrd="0" parTransId="{E914C820-F9DE-47EC-9F73-936C9F42AB5B}" sibTransId="{A2646469-F1C6-47E6-BBFA-5DF18D058547}"/>
    <dgm:cxn modelId="{8DD6E35E-CE16-4AE8-BED0-C31222EFF177}" type="presOf" srcId="{18088FB2-9739-4FD1-B605-8E749E114D27}" destId="{059EFB95-DA10-45FB-A7C4-ED4C46F23598}" srcOrd="0" destOrd="0" presId="urn:microsoft.com/office/officeart/2018/2/layout/IconVerticalSolidList"/>
    <dgm:cxn modelId="{3E3A2A63-D5F9-45E4-A9F1-C7586559D632}" srcId="{9164230A-E4D9-472A-A2E9-0928093DE36C}" destId="{18088FB2-9739-4FD1-B605-8E749E114D27}" srcOrd="1" destOrd="0" parTransId="{6727F9B5-275F-4C72-879E-3B1EF9CD4DAC}" sibTransId="{7E6E6C79-13F4-445D-A6C2-642E2E73C0C1}"/>
    <dgm:cxn modelId="{05B4BAA1-9734-4808-B6FD-3524A2EFDF5D}" type="presOf" srcId="{28139F1A-A6A7-432B-8781-7A4A3DED4A93}" destId="{FA1BE958-200D-4906-893A-2DC426B9F0D8}" srcOrd="0" destOrd="0" presId="urn:microsoft.com/office/officeart/2018/2/layout/IconVerticalSolidList"/>
    <dgm:cxn modelId="{4F5D4AF2-3259-4C83-85CB-825A05E68D1C}" srcId="{9164230A-E4D9-472A-A2E9-0928093DE36C}" destId="{8297205D-8C73-416F-9724-10DD90272DD8}" srcOrd="2" destOrd="0" parTransId="{1A6556AD-6CF2-4598-9270-415BC1496414}" sibTransId="{E8DA3550-6FCD-4CFD-BDAB-61ACC51FF0E0}"/>
    <dgm:cxn modelId="{84CE6CFA-B26F-4977-AAB7-BD5E5BA6A614}" type="presOf" srcId="{8297205D-8C73-416F-9724-10DD90272DD8}" destId="{D4257CDC-F8ED-4DB5-A080-4FF144C3DAD5}" srcOrd="0" destOrd="0" presId="urn:microsoft.com/office/officeart/2018/2/layout/IconVerticalSolidList"/>
    <dgm:cxn modelId="{BCFE0AA1-7D51-42FC-8F3A-C6160B005DB5}" type="presParOf" srcId="{D3EF4D07-D4B5-4620-B038-1A9BF802A266}" destId="{7F4EE86C-2221-4DE7-A13A-0AFAD52B7600}" srcOrd="0" destOrd="0" presId="urn:microsoft.com/office/officeart/2018/2/layout/IconVerticalSolidList"/>
    <dgm:cxn modelId="{FD562CA8-CD85-48B8-B7B1-EA3E0BEC9ADD}" type="presParOf" srcId="{7F4EE86C-2221-4DE7-A13A-0AFAD52B7600}" destId="{1DE0EEAF-84B7-4781-841D-E631EC03B713}" srcOrd="0" destOrd="0" presId="urn:microsoft.com/office/officeart/2018/2/layout/IconVerticalSolidList"/>
    <dgm:cxn modelId="{2D2DDC1F-F8A2-41E9-B6D9-D95B596E6CFC}" type="presParOf" srcId="{7F4EE86C-2221-4DE7-A13A-0AFAD52B7600}" destId="{0789B933-71A9-4E50-ABAE-B03C82A4C39C}" srcOrd="1" destOrd="0" presId="urn:microsoft.com/office/officeart/2018/2/layout/IconVerticalSolidList"/>
    <dgm:cxn modelId="{79DB6EB8-0AAB-4128-A1BF-C03211DFA7FF}" type="presParOf" srcId="{7F4EE86C-2221-4DE7-A13A-0AFAD52B7600}" destId="{868C1C68-4BE9-46F3-B3F4-F789339BF424}" srcOrd="2" destOrd="0" presId="urn:microsoft.com/office/officeart/2018/2/layout/IconVerticalSolidList"/>
    <dgm:cxn modelId="{35FDFB14-0E4C-4734-BD98-F8BB1EF33DE3}" type="presParOf" srcId="{7F4EE86C-2221-4DE7-A13A-0AFAD52B7600}" destId="{FA1BE958-200D-4906-893A-2DC426B9F0D8}" srcOrd="3" destOrd="0" presId="urn:microsoft.com/office/officeart/2018/2/layout/IconVerticalSolidList"/>
    <dgm:cxn modelId="{F1E0B87A-F6BA-49F5-A7AD-368C8C4F3ABD}" type="presParOf" srcId="{D3EF4D07-D4B5-4620-B038-1A9BF802A266}" destId="{D21B3E7D-12CA-4510-A889-82547A13B84A}" srcOrd="1" destOrd="0" presId="urn:microsoft.com/office/officeart/2018/2/layout/IconVerticalSolidList"/>
    <dgm:cxn modelId="{05BBFA38-A920-4CA8-BB52-F64FDAF24FDD}" type="presParOf" srcId="{D3EF4D07-D4B5-4620-B038-1A9BF802A266}" destId="{F51AE01D-4D20-4B92-BE33-241B4FAA3E43}" srcOrd="2" destOrd="0" presId="urn:microsoft.com/office/officeart/2018/2/layout/IconVerticalSolidList"/>
    <dgm:cxn modelId="{488415C4-F653-4F61-8F31-3D28FE0A910F}" type="presParOf" srcId="{F51AE01D-4D20-4B92-BE33-241B4FAA3E43}" destId="{0E498389-3155-4076-9605-F779259C705D}" srcOrd="0" destOrd="0" presId="urn:microsoft.com/office/officeart/2018/2/layout/IconVerticalSolidList"/>
    <dgm:cxn modelId="{0D6CE0B2-D437-4AA7-B73D-BC71A345F0ED}" type="presParOf" srcId="{F51AE01D-4D20-4B92-BE33-241B4FAA3E43}" destId="{316BDFFF-97FF-4DE3-AB60-F86D23E0F1E5}" srcOrd="1" destOrd="0" presId="urn:microsoft.com/office/officeart/2018/2/layout/IconVerticalSolidList"/>
    <dgm:cxn modelId="{124D5921-A873-4460-9DAB-3B749AA8BA33}" type="presParOf" srcId="{F51AE01D-4D20-4B92-BE33-241B4FAA3E43}" destId="{F921737B-6AE8-48B5-8571-A2F1CF22F051}" srcOrd="2" destOrd="0" presId="urn:microsoft.com/office/officeart/2018/2/layout/IconVerticalSolidList"/>
    <dgm:cxn modelId="{E2DFFCAF-3393-40D5-8E87-B0E196A57791}" type="presParOf" srcId="{F51AE01D-4D20-4B92-BE33-241B4FAA3E43}" destId="{059EFB95-DA10-45FB-A7C4-ED4C46F23598}" srcOrd="3" destOrd="0" presId="urn:microsoft.com/office/officeart/2018/2/layout/IconVerticalSolidList"/>
    <dgm:cxn modelId="{FA45A44F-9180-4219-9FEC-AD8EE7EB74E9}" type="presParOf" srcId="{D3EF4D07-D4B5-4620-B038-1A9BF802A266}" destId="{B5635DAE-5846-4978-BCFA-EED9434D1494}" srcOrd="3" destOrd="0" presId="urn:microsoft.com/office/officeart/2018/2/layout/IconVerticalSolidList"/>
    <dgm:cxn modelId="{1CA543E9-0E81-4933-992F-86D06EE638BE}" type="presParOf" srcId="{D3EF4D07-D4B5-4620-B038-1A9BF802A266}" destId="{3D385135-329F-41F6-8403-2869C19A9BE7}" srcOrd="4" destOrd="0" presId="urn:microsoft.com/office/officeart/2018/2/layout/IconVerticalSolidList"/>
    <dgm:cxn modelId="{FC92CD3D-0B3E-4FF7-8804-6BACBEB0C001}" type="presParOf" srcId="{3D385135-329F-41F6-8403-2869C19A9BE7}" destId="{6E83CE17-532C-48E9-8E6F-A41542CBE679}" srcOrd="0" destOrd="0" presId="urn:microsoft.com/office/officeart/2018/2/layout/IconVerticalSolidList"/>
    <dgm:cxn modelId="{0E2990EB-4BB7-48F7-981E-0BB1187C4DE7}" type="presParOf" srcId="{3D385135-329F-41F6-8403-2869C19A9BE7}" destId="{6D5BCD89-E367-480F-B6A7-ED9736351BE4}" srcOrd="1" destOrd="0" presId="urn:microsoft.com/office/officeart/2018/2/layout/IconVerticalSolidList"/>
    <dgm:cxn modelId="{8F063284-A79F-488F-A7D1-91F795FA03E5}" type="presParOf" srcId="{3D385135-329F-41F6-8403-2869C19A9BE7}" destId="{E4FEEE38-678D-4E0D-815E-84B349781502}" srcOrd="2" destOrd="0" presId="urn:microsoft.com/office/officeart/2018/2/layout/IconVerticalSolidList"/>
    <dgm:cxn modelId="{741532FD-0281-488F-A1B8-9BC734FD6782}" type="presParOf" srcId="{3D385135-329F-41F6-8403-2869C19A9BE7}" destId="{D4257CDC-F8ED-4DB5-A080-4FF144C3DAD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53F4CE7-CC11-44DE-979F-303F8A03F93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185B328D-9EA5-4487-B1AC-16B2F16351B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Each AI model was able to solve all the problems</a:t>
          </a:r>
          <a:endParaRPr lang="en-US" dirty="0"/>
        </a:p>
      </dgm:t>
    </dgm:pt>
    <dgm:pt modelId="{C0CD19B7-095E-4C30-ADDD-3DF0380A9B95}" type="parTrans" cxnId="{2B7EF884-FACE-4CB1-A90B-9740B84992F4}">
      <dgm:prSet/>
      <dgm:spPr/>
      <dgm:t>
        <a:bodyPr/>
        <a:lstStyle/>
        <a:p>
          <a:endParaRPr lang="en-US"/>
        </a:p>
      </dgm:t>
    </dgm:pt>
    <dgm:pt modelId="{0C1F238D-31A6-4F8C-BBA8-E3919AEF5F0A}" type="sibTrans" cxnId="{2B7EF884-FACE-4CB1-A90B-9740B84992F4}">
      <dgm:prSet/>
      <dgm:spPr/>
      <dgm:t>
        <a:bodyPr/>
        <a:lstStyle/>
        <a:p>
          <a:endParaRPr lang="en-US"/>
        </a:p>
      </dgm:t>
    </dgm:pt>
    <dgm:pt modelId="{FBDBEAD7-9AFF-405E-AF87-5AFD4348230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But each approached them slightly differently</a:t>
          </a:r>
        </a:p>
      </dgm:t>
    </dgm:pt>
    <dgm:pt modelId="{959972F7-5C4A-4E95-8321-3347C647CFF6}" type="parTrans" cxnId="{C2790BA2-6BE1-4EA3-88FF-7B9F9DF9862A}">
      <dgm:prSet/>
      <dgm:spPr/>
      <dgm:t>
        <a:bodyPr/>
        <a:lstStyle/>
        <a:p>
          <a:endParaRPr lang="en-US"/>
        </a:p>
      </dgm:t>
    </dgm:pt>
    <dgm:pt modelId="{39A9973D-566F-44C8-9958-15DAAB63C68C}" type="sibTrans" cxnId="{C2790BA2-6BE1-4EA3-88FF-7B9F9DF9862A}">
      <dgm:prSet/>
      <dgm:spPr/>
      <dgm:t>
        <a:bodyPr/>
        <a:lstStyle/>
        <a:p>
          <a:endParaRPr lang="en-US"/>
        </a:p>
      </dgm:t>
    </dgm:pt>
    <dgm:pt modelId="{E4AA2A67-6CD4-47B1-8B99-6BEDF7F5E40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AI can successfully assist in building encryption solutions</a:t>
          </a:r>
          <a:endParaRPr lang="en-US" dirty="0"/>
        </a:p>
      </dgm:t>
    </dgm:pt>
    <dgm:pt modelId="{4DBE4418-62A1-4770-9BB6-0708AB94B661}" type="parTrans" cxnId="{E4253070-E879-47B2-B2D3-9E026F935259}">
      <dgm:prSet/>
      <dgm:spPr/>
      <dgm:t>
        <a:bodyPr/>
        <a:lstStyle/>
        <a:p>
          <a:endParaRPr lang="en-US"/>
        </a:p>
      </dgm:t>
    </dgm:pt>
    <dgm:pt modelId="{5435FD94-791C-46BD-9F93-FB07FA695FC4}" type="sibTrans" cxnId="{E4253070-E879-47B2-B2D3-9E026F935259}">
      <dgm:prSet/>
      <dgm:spPr/>
      <dgm:t>
        <a:bodyPr/>
        <a:lstStyle/>
        <a:p>
          <a:endParaRPr lang="en-US"/>
        </a:p>
      </dgm:t>
    </dgm:pt>
    <dgm:pt modelId="{D4840316-B242-4CBA-AE4F-0E6E85E664E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AI should be used as a supporting tool, not a replacement for human experts</a:t>
          </a:r>
          <a:endParaRPr lang="en-US" dirty="0"/>
        </a:p>
      </dgm:t>
    </dgm:pt>
    <dgm:pt modelId="{95B62A56-2C6E-42AC-B0EC-A0D583F2C168}" type="parTrans" cxnId="{A022CB62-BA09-4CD4-8EE0-100F5ABDACE7}">
      <dgm:prSet/>
      <dgm:spPr/>
      <dgm:t>
        <a:bodyPr/>
        <a:lstStyle/>
        <a:p>
          <a:endParaRPr lang="en-US"/>
        </a:p>
      </dgm:t>
    </dgm:pt>
    <dgm:pt modelId="{7430DCC6-23E4-4DF7-B4EB-53CC31DFC906}" type="sibTrans" cxnId="{A022CB62-BA09-4CD4-8EE0-100F5ABDACE7}">
      <dgm:prSet/>
      <dgm:spPr/>
      <dgm:t>
        <a:bodyPr/>
        <a:lstStyle/>
        <a:p>
          <a:endParaRPr lang="en-US"/>
        </a:p>
      </dgm:t>
    </dgm:pt>
    <dgm:pt modelId="{8E06AB52-94DA-430E-9402-B1DC279C40D3}" type="pres">
      <dgm:prSet presAssocID="{C53F4CE7-CC11-44DE-979F-303F8A03F93E}" presName="root" presStyleCnt="0">
        <dgm:presLayoutVars>
          <dgm:dir/>
          <dgm:resizeHandles val="exact"/>
        </dgm:presLayoutVars>
      </dgm:prSet>
      <dgm:spPr/>
    </dgm:pt>
    <dgm:pt modelId="{39341234-4ADE-4047-89EE-0B359160FF39}" type="pres">
      <dgm:prSet presAssocID="{185B328D-9EA5-4487-B1AC-16B2F16351B9}" presName="compNode" presStyleCnt="0"/>
      <dgm:spPr/>
    </dgm:pt>
    <dgm:pt modelId="{B5AB071E-1B6E-4986-A269-130E17990999}" type="pres">
      <dgm:prSet presAssocID="{185B328D-9EA5-4487-B1AC-16B2F16351B9}" presName="bgRect" presStyleLbl="bgShp" presStyleIdx="0" presStyleCnt="3"/>
      <dgm:spPr/>
    </dgm:pt>
    <dgm:pt modelId="{6A5D8057-CFF8-4344-91EA-9EC4003FFCEB}" type="pres">
      <dgm:prSet presAssocID="{185B328D-9EA5-4487-B1AC-16B2F16351B9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1146A30B-3232-472C-AC94-09FD826BEB15}" type="pres">
      <dgm:prSet presAssocID="{185B328D-9EA5-4487-B1AC-16B2F16351B9}" presName="spaceRect" presStyleCnt="0"/>
      <dgm:spPr/>
    </dgm:pt>
    <dgm:pt modelId="{697FD361-AD5A-49E5-955F-CFF0D9FBD95C}" type="pres">
      <dgm:prSet presAssocID="{185B328D-9EA5-4487-B1AC-16B2F16351B9}" presName="parTx" presStyleLbl="revTx" presStyleIdx="0" presStyleCnt="4">
        <dgm:presLayoutVars>
          <dgm:chMax val="0"/>
          <dgm:chPref val="0"/>
        </dgm:presLayoutVars>
      </dgm:prSet>
      <dgm:spPr/>
    </dgm:pt>
    <dgm:pt modelId="{CA8701AC-42D4-4EC0-8174-A47901D3E1F4}" type="pres">
      <dgm:prSet presAssocID="{185B328D-9EA5-4487-B1AC-16B2F16351B9}" presName="desTx" presStyleLbl="revTx" presStyleIdx="1" presStyleCnt="4">
        <dgm:presLayoutVars/>
      </dgm:prSet>
      <dgm:spPr/>
    </dgm:pt>
    <dgm:pt modelId="{4F59B54F-D5C1-424A-820C-6B407BF54610}" type="pres">
      <dgm:prSet presAssocID="{0C1F238D-31A6-4F8C-BBA8-E3919AEF5F0A}" presName="sibTrans" presStyleCnt="0"/>
      <dgm:spPr/>
    </dgm:pt>
    <dgm:pt modelId="{82F4CD29-BDF6-4D57-8636-7F1F14752445}" type="pres">
      <dgm:prSet presAssocID="{E4AA2A67-6CD4-47B1-8B99-6BEDF7F5E409}" presName="compNode" presStyleCnt="0"/>
      <dgm:spPr/>
    </dgm:pt>
    <dgm:pt modelId="{CDE006F7-9E7F-45DC-812E-0A251B7E4EDC}" type="pres">
      <dgm:prSet presAssocID="{E4AA2A67-6CD4-47B1-8B99-6BEDF7F5E409}" presName="bgRect" presStyleLbl="bgShp" presStyleIdx="1" presStyleCnt="3"/>
      <dgm:spPr/>
    </dgm:pt>
    <dgm:pt modelId="{B11C4CBA-250A-4FFD-8D7F-2908BFC7E436}" type="pres">
      <dgm:prSet presAssocID="{E4AA2A67-6CD4-47B1-8B99-6BEDF7F5E409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353DB6B3-D5E0-4F47-90A3-D03AB27ECB25}" type="pres">
      <dgm:prSet presAssocID="{E4AA2A67-6CD4-47B1-8B99-6BEDF7F5E409}" presName="spaceRect" presStyleCnt="0"/>
      <dgm:spPr/>
    </dgm:pt>
    <dgm:pt modelId="{0F1EC0F2-4DE4-48F6-B726-1640A135F134}" type="pres">
      <dgm:prSet presAssocID="{E4AA2A67-6CD4-47B1-8B99-6BEDF7F5E409}" presName="parTx" presStyleLbl="revTx" presStyleIdx="2" presStyleCnt="4">
        <dgm:presLayoutVars>
          <dgm:chMax val="0"/>
          <dgm:chPref val="0"/>
        </dgm:presLayoutVars>
      </dgm:prSet>
      <dgm:spPr/>
    </dgm:pt>
    <dgm:pt modelId="{ECFB21CE-E43C-4171-AEC7-87672D7EE868}" type="pres">
      <dgm:prSet presAssocID="{5435FD94-791C-46BD-9F93-FB07FA695FC4}" presName="sibTrans" presStyleCnt="0"/>
      <dgm:spPr/>
    </dgm:pt>
    <dgm:pt modelId="{28DF9F83-F2E1-418E-B906-968B5CA21E47}" type="pres">
      <dgm:prSet presAssocID="{D4840316-B242-4CBA-AE4F-0E6E85E664E4}" presName="compNode" presStyleCnt="0"/>
      <dgm:spPr/>
    </dgm:pt>
    <dgm:pt modelId="{25373164-3E69-4018-92CF-F9E49DC42C10}" type="pres">
      <dgm:prSet presAssocID="{D4840316-B242-4CBA-AE4F-0E6E85E664E4}" presName="bgRect" presStyleLbl="bgShp" presStyleIdx="2" presStyleCnt="3"/>
      <dgm:spPr/>
    </dgm:pt>
    <dgm:pt modelId="{C2C8667D-7A8E-44FE-B2F5-B653C2ED46C0}" type="pres">
      <dgm:prSet presAssocID="{D4840316-B242-4CBA-AE4F-0E6E85E664E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ools"/>
        </a:ext>
      </dgm:extLst>
    </dgm:pt>
    <dgm:pt modelId="{351147C0-B6FB-490B-B88B-A555CAE1F370}" type="pres">
      <dgm:prSet presAssocID="{D4840316-B242-4CBA-AE4F-0E6E85E664E4}" presName="spaceRect" presStyleCnt="0"/>
      <dgm:spPr/>
    </dgm:pt>
    <dgm:pt modelId="{632323BA-67D6-4958-A95F-5C09A82049EF}" type="pres">
      <dgm:prSet presAssocID="{D4840316-B242-4CBA-AE4F-0E6E85E664E4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F2397902-BCF6-427E-AB1E-487C260E096C}" type="presOf" srcId="{C53F4CE7-CC11-44DE-979F-303F8A03F93E}" destId="{8E06AB52-94DA-430E-9402-B1DC279C40D3}" srcOrd="0" destOrd="0" presId="urn:microsoft.com/office/officeart/2018/2/layout/IconVerticalSolidList"/>
    <dgm:cxn modelId="{D671F308-2EDF-4A99-983C-A4326DAFE8CC}" type="presOf" srcId="{E4AA2A67-6CD4-47B1-8B99-6BEDF7F5E409}" destId="{0F1EC0F2-4DE4-48F6-B726-1640A135F134}" srcOrd="0" destOrd="0" presId="urn:microsoft.com/office/officeart/2018/2/layout/IconVerticalSolidList"/>
    <dgm:cxn modelId="{EB8CAC28-F77F-4661-ADF4-0FA331A6056D}" type="presOf" srcId="{FBDBEAD7-9AFF-405E-AF87-5AFD43482300}" destId="{CA8701AC-42D4-4EC0-8174-A47901D3E1F4}" srcOrd="0" destOrd="0" presId="urn:microsoft.com/office/officeart/2018/2/layout/IconVerticalSolidList"/>
    <dgm:cxn modelId="{A022CB62-BA09-4CD4-8EE0-100F5ABDACE7}" srcId="{C53F4CE7-CC11-44DE-979F-303F8A03F93E}" destId="{D4840316-B242-4CBA-AE4F-0E6E85E664E4}" srcOrd="2" destOrd="0" parTransId="{95B62A56-2C6E-42AC-B0EC-A0D583F2C168}" sibTransId="{7430DCC6-23E4-4DF7-B4EB-53CC31DFC906}"/>
    <dgm:cxn modelId="{ED220F4F-EFE3-49B0-8CB4-ADEF0A2B8115}" type="presOf" srcId="{185B328D-9EA5-4487-B1AC-16B2F16351B9}" destId="{697FD361-AD5A-49E5-955F-CFF0D9FBD95C}" srcOrd="0" destOrd="0" presId="urn:microsoft.com/office/officeart/2018/2/layout/IconVerticalSolidList"/>
    <dgm:cxn modelId="{E4253070-E879-47B2-B2D3-9E026F935259}" srcId="{C53F4CE7-CC11-44DE-979F-303F8A03F93E}" destId="{E4AA2A67-6CD4-47B1-8B99-6BEDF7F5E409}" srcOrd="1" destOrd="0" parTransId="{4DBE4418-62A1-4770-9BB6-0708AB94B661}" sibTransId="{5435FD94-791C-46BD-9F93-FB07FA695FC4}"/>
    <dgm:cxn modelId="{2B7EF884-FACE-4CB1-A90B-9740B84992F4}" srcId="{C53F4CE7-CC11-44DE-979F-303F8A03F93E}" destId="{185B328D-9EA5-4487-B1AC-16B2F16351B9}" srcOrd="0" destOrd="0" parTransId="{C0CD19B7-095E-4C30-ADDD-3DF0380A9B95}" sibTransId="{0C1F238D-31A6-4F8C-BBA8-E3919AEF5F0A}"/>
    <dgm:cxn modelId="{C2790BA2-6BE1-4EA3-88FF-7B9F9DF9862A}" srcId="{185B328D-9EA5-4487-B1AC-16B2F16351B9}" destId="{FBDBEAD7-9AFF-405E-AF87-5AFD43482300}" srcOrd="0" destOrd="0" parTransId="{959972F7-5C4A-4E95-8321-3347C647CFF6}" sibTransId="{39A9973D-566F-44C8-9958-15DAAB63C68C}"/>
    <dgm:cxn modelId="{8F4670CE-9303-4F7B-9152-3DB7F95CCA3D}" type="presOf" srcId="{D4840316-B242-4CBA-AE4F-0E6E85E664E4}" destId="{632323BA-67D6-4958-A95F-5C09A82049EF}" srcOrd="0" destOrd="0" presId="urn:microsoft.com/office/officeart/2018/2/layout/IconVerticalSolidList"/>
    <dgm:cxn modelId="{EADF0F5D-3CA9-44AB-951E-01C33FCED604}" type="presParOf" srcId="{8E06AB52-94DA-430E-9402-B1DC279C40D3}" destId="{39341234-4ADE-4047-89EE-0B359160FF39}" srcOrd="0" destOrd="0" presId="urn:microsoft.com/office/officeart/2018/2/layout/IconVerticalSolidList"/>
    <dgm:cxn modelId="{5A97F64F-0C6A-4B80-9B6E-F9B49537DDEF}" type="presParOf" srcId="{39341234-4ADE-4047-89EE-0B359160FF39}" destId="{B5AB071E-1B6E-4986-A269-130E17990999}" srcOrd="0" destOrd="0" presId="urn:microsoft.com/office/officeart/2018/2/layout/IconVerticalSolidList"/>
    <dgm:cxn modelId="{C6BE8BB5-B6A3-47BE-93A9-EF42C1B0D182}" type="presParOf" srcId="{39341234-4ADE-4047-89EE-0B359160FF39}" destId="{6A5D8057-CFF8-4344-91EA-9EC4003FFCEB}" srcOrd="1" destOrd="0" presId="urn:microsoft.com/office/officeart/2018/2/layout/IconVerticalSolidList"/>
    <dgm:cxn modelId="{8451BCDE-2413-40FB-A25C-3689546FE61B}" type="presParOf" srcId="{39341234-4ADE-4047-89EE-0B359160FF39}" destId="{1146A30B-3232-472C-AC94-09FD826BEB15}" srcOrd="2" destOrd="0" presId="urn:microsoft.com/office/officeart/2018/2/layout/IconVerticalSolidList"/>
    <dgm:cxn modelId="{7BFBE312-C1DC-4280-A9AA-0C60ECA5E360}" type="presParOf" srcId="{39341234-4ADE-4047-89EE-0B359160FF39}" destId="{697FD361-AD5A-49E5-955F-CFF0D9FBD95C}" srcOrd="3" destOrd="0" presId="urn:microsoft.com/office/officeart/2018/2/layout/IconVerticalSolidList"/>
    <dgm:cxn modelId="{81AE74CE-9A8E-4D6C-BE11-3E12F377D69C}" type="presParOf" srcId="{39341234-4ADE-4047-89EE-0B359160FF39}" destId="{CA8701AC-42D4-4EC0-8174-A47901D3E1F4}" srcOrd="4" destOrd="0" presId="urn:microsoft.com/office/officeart/2018/2/layout/IconVerticalSolidList"/>
    <dgm:cxn modelId="{BEB19666-2FA9-49A5-8582-0D084A4CA5E2}" type="presParOf" srcId="{8E06AB52-94DA-430E-9402-B1DC279C40D3}" destId="{4F59B54F-D5C1-424A-820C-6B407BF54610}" srcOrd="1" destOrd="0" presId="urn:microsoft.com/office/officeart/2018/2/layout/IconVerticalSolidList"/>
    <dgm:cxn modelId="{26449933-7DAB-49DB-8C40-49BC0E95F2A4}" type="presParOf" srcId="{8E06AB52-94DA-430E-9402-B1DC279C40D3}" destId="{82F4CD29-BDF6-4D57-8636-7F1F14752445}" srcOrd="2" destOrd="0" presId="urn:microsoft.com/office/officeart/2018/2/layout/IconVerticalSolidList"/>
    <dgm:cxn modelId="{FFA98BD1-3423-4E2E-B71E-FFEAECADB414}" type="presParOf" srcId="{82F4CD29-BDF6-4D57-8636-7F1F14752445}" destId="{CDE006F7-9E7F-45DC-812E-0A251B7E4EDC}" srcOrd="0" destOrd="0" presId="urn:microsoft.com/office/officeart/2018/2/layout/IconVerticalSolidList"/>
    <dgm:cxn modelId="{BCD0E078-4ECB-4D07-9E7C-7C8F63CF5F6B}" type="presParOf" srcId="{82F4CD29-BDF6-4D57-8636-7F1F14752445}" destId="{B11C4CBA-250A-4FFD-8D7F-2908BFC7E436}" srcOrd="1" destOrd="0" presId="urn:microsoft.com/office/officeart/2018/2/layout/IconVerticalSolidList"/>
    <dgm:cxn modelId="{56299D7D-1C5C-43E0-94A9-8CEF0E0F18D9}" type="presParOf" srcId="{82F4CD29-BDF6-4D57-8636-7F1F14752445}" destId="{353DB6B3-D5E0-4F47-90A3-D03AB27ECB25}" srcOrd="2" destOrd="0" presId="urn:microsoft.com/office/officeart/2018/2/layout/IconVerticalSolidList"/>
    <dgm:cxn modelId="{55AA0198-1FA6-4379-8E2D-886A0093400B}" type="presParOf" srcId="{82F4CD29-BDF6-4D57-8636-7F1F14752445}" destId="{0F1EC0F2-4DE4-48F6-B726-1640A135F134}" srcOrd="3" destOrd="0" presId="urn:microsoft.com/office/officeart/2018/2/layout/IconVerticalSolidList"/>
    <dgm:cxn modelId="{630283BD-DB2F-43BE-8677-7C10E45EEEFC}" type="presParOf" srcId="{8E06AB52-94DA-430E-9402-B1DC279C40D3}" destId="{ECFB21CE-E43C-4171-AEC7-87672D7EE868}" srcOrd="3" destOrd="0" presId="urn:microsoft.com/office/officeart/2018/2/layout/IconVerticalSolidList"/>
    <dgm:cxn modelId="{132A7805-0835-43AC-829D-2A029D91AD6E}" type="presParOf" srcId="{8E06AB52-94DA-430E-9402-B1DC279C40D3}" destId="{28DF9F83-F2E1-418E-B906-968B5CA21E47}" srcOrd="4" destOrd="0" presId="urn:microsoft.com/office/officeart/2018/2/layout/IconVerticalSolidList"/>
    <dgm:cxn modelId="{A464DE85-0395-4BAB-8567-DF97130AE46E}" type="presParOf" srcId="{28DF9F83-F2E1-418E-B906-968B5CA21E47}" destId="{25373164-3E69-4018-92CF-F9E49DC42C10}" srcOrd="0" destOrd="0" presId="urn:microsoft.com/office/officeart/2018/2/layout/IconVerticalSolidList"/>
    <dgm:cxn modelId="{0450AAEA-ADB0-40B9-8A1C-E2E173E3D708}" type="presParOf" srcId="{28DF9F83-F2E1-418E-B906-968B5CA21E47}" destId="{C2C8667D-7A8E-44FE-B2F5-B653C2ED46C0}" srcOrd="1" destOrd="0" presId="urn:microsoft.com/office/officeart/2018/2/layout/IconVerticalSolidList"/>
    <dgm:cxn modelId="{C3F38A9A-EE8B-4E27-A436-01C35747861C}" type="presParOf" srcId="{28DF9F83-F2E1-418E-B906-968B5CA21E47}" destId="{351147C0-B6FB-490B-B88B-A555CAE1F370}" srcOrd="2" destOrd="0" presId="urn:microsoft.com/office/officeart/2018/2/layout/IconVerticalSolidList"/>
    <dgm:cxn modelId="{D4A55765-8508-4086-84D3-2C52D040D5EB}" type="presParOf" srcId="{28DF9F83-F2E1-418E-B906-968B5CA21E47}" destId="{632323BA-67D6-4958-A95F-5C09A82049E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B23A7F0-F07D-4CDA-BADA-CE0BCDAA3A3B}">
      <dsp:nvSpPr>
        <dsp:cNvPr id="0" name=""/>
        <dsp:cNvSpPr/>
      </dsp:nvSpPr>
      <dsp:spPr>
        <a:xfrm>
          <a:off x="0" y="432"/>
          <a:ext cx="9906000" cy="10116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7A67251-962C-450D-918E-EBA9CFA94186}">
      <dsp:nvSpPr>
        <dsp:cNvPr id="0" name=""/>
        <dsp:cNvSpPr/>
      </dsp:nvSpPr>
      <dsp:spPr>
        <a:xfrm>
          <a:off x="306030" y="228058"/>
          <a:ext cx="556418" cy="55641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D4BC0BB-F96C-48F7-BA63-5EA31DA644C6}">
      <dsp:nvSpPr>
        <dsp:cNvPr id="0" name=""/>
        <dsp:cNvSpPr/>
      </dsp:nvSpPr>
      <dsp:spPr>
        <a:xfrm>
          <a:off x="1168479" y="432"/>
          <a:ext cx="8737520" cy="1011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068" tIns="107068" rIns="107068" bIns="10706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Explore whether AI can design secure solutions under computational time constraints. </a:t>
          </a:r>
        </a:p>
      </dsp:txBody>
      <dsp:txXfrm>
        <a:off x="1168479" y="432"/>
        <a:ext cx="8737520" cy="1011670"/>
      </dsp:txXfrm>
    </dsp:sp>
    <dsp:sp modelId="{3B7B46AD-8226-44CC-A5CC-F12F018E260E}">
      <dsp:nvSpPr>
        <dsp:cNvPr id="0" name=""/>
        <dsp:cNvSpPr/>
      </dsp:nvSpPr>
      <dsp:spPr>
        <a:xfrm>
          <a:off x="0" y="1265020"/>
          <a:ext cx="9906000" cy="10116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5CB1BE-995F-491F-9738-B10AC7EA5B0A}">
      <dsp:nvSpPr>
        <dsp:cNvPr id="0" name=""/>
        <dsp:cNvSpPr/>
      </dsp:nvSpPr>
      <dsp:spPr>
        <a:xfrm>
          <a:off x="306030" y="1492646"/>
          <a:ext cx="556418" cy="55641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2672C4-ACB6-448C-AEEF-7EEE83D073AB}">
      <dsp:nvSpPr>
        <dsp:cNvPr id="0" name=""/>
        <dsp:cNvSpPr/>
      </dsp:nvSpPr>
      <dsp:spPr>
        <a:xfrm>
          <a:off x="1168479" y="1265020"/>
          <a:ext cx="8737520" cy="1011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068" tIns="107068" rIns="107068" bIns="10706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Examines if AI can optimize security versus efficiency, such as producing hashing algorithms with strong Big O performance.</a:t>
          </a:r>
        </a:p>
      </dsp:txBody>
      <dsp:txXfrm>
        <a:off x="1168479" y="1265020"/>
        <a:ext cx="8737520" cy="1011670"/>
      </dsp:txXfrm>
    </dsp:sp>
    <dsp:sp modelId="{91251D2D-7B6D-4FE7-ABB3-7C5A16E606BF}">
      <dsp:nvSpPr>
        <dsp:cNvPr id="0" name=""/>
        <dsp:cNvSpPr/>
      </dsp:nvSpPr>
      <dsp:spPr>
        <a:xfrm>
          <a:off x="0" y="2529608"/>
          <a:ext cx="9906000" cy="10116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596692-8632-4948-89F1-01CC04BFC143}">
      <dsp:nvSpPr>
        <dsp:cNvPr id="0" name=""/>
        <dsp:cNvSpPr/>
      </dsp:nvSpPr>
      <dsp:spPr>
        <a:xfrm>
          <a:off x="306030" y="2757234"/>
          <a:ext cx="556418" cy="55641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4512E0-4B0B-45F5-8208-4D624D7BEC06}">
      <dsp:nvSpPr>
        <dsp:cNvPr id="0" name=""/>
        <dsp:cNvSpPr/>
      </dsp:nvSpPr>
      <dsp:spPr>
        <a:xfrm>
          <a:off x="1168479" y="2529608"/>
          <a:ext cx="8737520" cy="1011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068" tIns="107068" rIns="107068" bIns="10706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Since encryption must balance time, memory, and computing power, our project evaluates whether AI can match the decision-making and optimization skills of a human software engineer.</a:t>
          </a:r>
        </a:p>
      </dsp:txBody>
      <dsp:txXfrm>
        <a:off x="1168479" y="2529608"/>
        <a:ext cx="8737520" cy="101167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6B63D7-35A8-4E3C-A12B-0B8330C5EC23}">
      <dsp:nvSpPr>
        <dsp:cNvPr id="0" name=""/>
        <dsp:cNvSpPr/>
      </dsp:nvSpPr>
      <dsp:spPr>
        <a:xfrm>
          <a:off x="0" y="375518"/>
          <a:ext cx="7559334" cy="524745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Algorithm Selection Prompt:</a:t>
          </a:r>
        </a:p>
      </dsp:txBody>
      <dsp:txXfrm>
        <a:off x="25616" y="401134"/>
        <a:ext cx="7508102" cy="473513"/>
      </dsp:txXfrm>
    </dsp:sp>
    <dsp:sp modelId="{E4A11E40-FE82-4E6E-AB06-F82A9D7A872F}">
      <dsp:nvSpPr>
        <dsp:cNvPr id="0" name=""/>
        <dsp:cNvSpPr/>
      </dsp:nvSpPr>
      <dsp:spPr>
        <a:xfrm>
          <a:off x="0" y="900263"/>
          <a:ext cx="7559334" cy="1380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 dirty="0"/>
            <a:t>Data center needs to encrypt their employee’s system passwords. 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 dirty="0"/>
            <a:t>passwords requirements: 8 characters, numbers and special characters. 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 dirty="0"/>
            <a:t>encrypt the password account creation and verified on relogging in, no lag 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 dirty="0"/>
            <a:t>200 employees all need accounts. 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 dirty="0"/>
            <a:t>Which encryption approach should be used and why?</a:t>
          </a:r>
        </a:p>
      </dsp:txBody>
      <dsp:txXfrm>
        <a:off x="0" y="900263"/>
        <a:ext cx="7559334" cy="1380690"/>
      </dsp:txXfrm>
    </dsp:sp>
    <dsp:sp modelId="{593C3B68-A051-4B7A-A7D9-C326F458E9E9}">
      <dsp:nvSpPr>
        <dsp:cNvPr id="0" name=""/>
        <dsp:cNvSpPr/>
      </dsp:nvSpPr>
      <dsp:spPr>
        <a:xfrm>
          <a:off x="0" y="2280953"/>
          <a:ext cx="7559334" cy="524745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Optimization Prompt:</a:t>
          </a:r>
        </a:p>
      </dsp:txBody>
      <dsp:txXfrm>
        <a:off x="25616" y="2306569"/>
        <a:ext cx="7508102" cy="473513"/>
      </dsp:txXfrm>
    </dsp:sp>
    <dsp:sp modelId="{FD9A8FEC-8851-4C5F-9AB1-5EF13D931AC4}">
      <dsp:nvSpPr>
        <dsp:cNvPr id="0" name=""/>
        <dsp:cNvSpPr/>
      </dsp:nvSpPr>
      <dsp:spPr>
        <a:xfrm>
          <a:off x="0" y="2805698"/>
          <a:ext cx="7559334" cy="8331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 dirty="0"/>
            <a:t>A system must encrypt 5GB of data/hr. on limited hardware. 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 dirty="0"/>
            <a:t>High security required, latency must remain under 200ms/ transaction.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 dirty="0"/>
            <a:t>Which encryption approach should be used and how can it be optimized?</a:t>
          </a:r>
        </a:p>
      </dsp:txBody>
      <dsp:txXfrm>
        <a:off x="0" y="2805698"/>
        <a:ext cx="7559334" cy="833175"/>
      </dsp:txXfrm>
    </dsp:sp>
    <dsp:sp modelId="{0EB5553C-B264-4CE8-9376-34C93F20CDCF}">
      <dsp:nvSpPr>
        <dsp:cNvPr id="0" name=""/>
        <dsp:cNvSpPr/>
      </dsp:nvSpPr>
      <dsp:spPr>
        <a:xfrm>
          <a:off x="0" y="3638873"/>
          <a:ext cx="7559334" cy="524745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Complexity Prompt:</a:t>
          </a:r>
        </a:p>
      </dsp:txBody>
      <dsp:txXfrm>
        <a:off x="25616" y="3664489"/>
        <a:ext cx="7508102" cy="473513"/>
      </dsp:txXfrm>
    </dsp:sp>
    <dsp:sp modelId="{085293EE-F517-42D9-A193-51117CA0A769}">
      <dsp:nvSpPr>
        <dsp:cNvPr id="0" name=""/>
        <dsp:cNvSpPr/>
      </dsp:nvSpPr>
      <dsp:spPr>
        <a:xfrm>
          <a:off x="0" y="4163618"/>
          <a:ext cx="7559334" cy="5118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 dirty="0"/>
            <a:t>Design a small encryption algorithm to encrypt license numbers in constant time then in log time in python.</a:t>
          </a:r>
        </a:p>
      </dsp:txBody>
      <dsp:txXfrm>
        <a:off x="0" y="4163618"/>
        <a:ext cx="7559334" cy="511807"/>
      </dsp:txXfrm>
    </dsp:sp>
    <dsp:sp modelId="{5AF7264F-099F-4429-81AD-3B9D13EAD7CD}">
      <dsp:nvSpPr>
        <dsp:cNvPr id="0" name=""/>
        <dsp:cNvSpPr/>
      </dsp:nvSpPr>
      <dsp:spPr>
        <a:xfrm>
          <a:off x="0" y="4675425"/>
          <a:ext cx="7559334" cy="524745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Security Analysis Prompt:</a:t>
          </a:r>
        </a:p>
      </dsp:txBody>
      <dsp:txXfrm>
        <a:off x="25616" y="4701041"/>
        <a:ext cx="7508102" cy="473513"/>
      </dsp:txXfrm>
    </dsp:sp>
    <dsp:sp modelId="{E8B2023B-B9F5-4A00-9832-4B141375B153}">
      <dsp:nvSpPr>
        <dsp:cNvPr id="0" name=""/>
        <dsp:cNvSpPr/>
      </dsp:nvSpPr>
      <dsp:spPr>
        <a:xfrm>
          <a:off x="0" y="5200170"/>
          <a:ext cx="7559334" cy="5118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 dirty="0"/>
            <a:t>Provide a solution to hash a bank’s transaction history, sacrifice computational time to prove the best security.</a:t>
          </a:r>
        </a:p>
      </dsp:txBody>
      <dsp:txXfrm>
        <a:off x="0" y="5200170"/>
        <a:ext cx="7559334" cy="51180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2DB3A4E-665D-4F15-8B71-39EF5B366963}">
      <dsp:nvSpPr>
        <dsp:cNvPr id="0" name=""/>
        <dsp:cNvSpPr/>
      </dsp:nvSpPr>
      <dsp:spPr>
        <a:xfrm>
          <a:off x="0" y="354219"/>
          <a:ext cx="6692748" cy="616004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Limitations</a:t>
          </a:r>
        </a:p>
      </dsp:txBody>
      <dsp:txXfrm>
        <a:off x="30071" y="384290"/>
        <a:ext cx="6632606" cy="555862"/>
      </dsp:txXfrm>
    </dsp:sp>
    <dsp:sp modelId="{2A90A409-F027-433A-8055-4B9861CA3BF3}">
      <dsp:nvSpPr>
        <dsp:cNvPr id="0" name=""/>
        <dsp:cNvSpPr/>
      </dsp:nvSpPr>
      <dsp:spPr>
        <a:xfrm>
          <a:off x="0" y="970224"/>
          <a:ext cx="6692748" cy="1620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2495" tIns="34290" rIns="192024" bIns="3429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No references or source justification for solutions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Requires users to verify information externally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Raises issues of trust and reliability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Concerns about code ownership &amp; intellectual property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Overall credibility of AI-generated solutions is uncertain</a:t>
          </a:r>
        </a:p>
      </dsp:txBody>
      <dsp:txXfrm>
        <a:off x="0" y="970224"/>
        <a:ext cx="6692748" cy="1620809"/>
      </dsp:txXfrm>
    </dsp:sp>
    <dsp:sp modelId="{082C501F-5C18-4F31-963C-BFDE9803EA2D}">
      <dsp:nvSpPr>
        <dsp:cNvPr id="0" name=""/>
        <dsp:cNvSpPr/>
      </dsp:nvSpPr>
      <dsp:spPr>
        <a:xfrm>
          <a:off x="0" y="2591034"/>
          <a:ext cx="6692748" cy="616004"/>
        </a:xfrm>
        <a:prstGeom prst="roundRect">
          <a:avLst/>
        </a:prstGeom>
        <a:gradFill rotWithShape="0">
          <a:gsLst>
            <a:gs pos="0">
              <a:schemeClr val="accent2">
                <a:hueOff val="-734515"/>
                <a:satOff val="-16247"/>
                <a:lumOff val="-3235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734515"/>
                <a:satOff val="-16247"/>
                <a:lumOff val="-3235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Success rates</a:t>
          </a:r>
        </a:p>
      </dsp:txBody>
      <dsp:txXfrm>
        <a:off x="30071" y="2621105"/>
        <a:ext cx="6632606" cy="555862"/>
      </dsp:txXfrm>
    </dsp:sp>
    <dsp:sp modelId="{88C92E13-9557-4758-940B-1EA7E6AFCC6A}">
      <dsp:nvSpPr>
        <dsp:cNvPr id="0" name=""/>
        <dsp:cNvSpPr/>
      </dsp:nvSpPr>
      <dsp:spPr>
        <a:xfrm>
          <a:off x="0" y="3284799"/>
          <a:ext cx="6692748" cy="616004"/>
        </a:xfrm>
        <a:prstGeom prst="roundRect">
          <a:avLst/>
        </a:prstGeom>
        <a:gradFill rotWithShape="0">
          <a:gsLst>
            <a:gs pos="0">
              <a:schemeClr val="accent2">
                <a:hueOff val="-1469031"/>
                <a:satOff val="-32495"/>
                <a:lumOff val="-647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1469031"/>
                <a:satOff val="-32495"/>
                <a:lumOff val="-647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Solve both basic and complex problems</a:t>
          </a:r>
        </a:p>
      </dsp:txBody>
      <dsp:txXfrm>
        <a:off x="30071" y="3314870"/>
        <a:ext cx="6632606" cy="55586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E0EEAF-84B7-4781-841D-E631EC03B713}">
      <dsp:nvSpPr>
        <dsp:cNvPr id="0" name=""/>
        <dsp:cNvSpPr/>
      </dsp:nvSpPr>
      <dsp:spPr>
        <a:xfrm>
          <a:off x="0" y="519"/>
          <a:ext cx="6692748" cy="121542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789B933-71A9-4E50-ABAE-B03C82A4C39C}">
      <dsp:nvSpPr>
        <dsp:cNvPr id="0" name=""/>
        <dsp:cNvSpPr/>
      </dsp:nvSpPr>
      <dsp:spPr>
        <a:xfrm>
          <a:off x="367665" y="273989"/>
          <a:ext cx="668483" cy="66848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1BE958-200D-4906-893A-2DC426B9F0D8}">
      <dsp:nvSpPr>
        <dsp:cNvPr id="0" name=""/>
        <dsp:cNvSpPr/>
      </dsp:nvSpPr>
      <dsp:spPr>
        <a:xfrm>
          <a:off x="1403815" y="519"/>
          <a:ext cx="5288932" cy="12154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632" tIns="128632" rIns="128632" bIns="12863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Further testing</a:t>
          </a:r>
        </a:p>
      </dsp:txBody>
      <dsp:txXfrm>
        <a:off x="1403815" y="519"/>
        <a:ext cx="5288932" cy="1215424"/>
      </dsp:txXfrm>
    </dsp:sp>
    <dsp:sp modelId="{0E498389-3155-4076-9605-F779259C705D}">
      <dsp:nvSpPr>
        <dsp:cNvPr id="0" name=""/>
        <dsp:cNvSpPr/>
      </dsp:nvSpPr>
      <dsp:spPr>
        <a:xfrm>
          <a:off x="0" y="1519799"/>
          <a:ext cx="6692748" cy="121542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16BDFFF-97FF-4DE3-AB60-F86D23E0F1E5}">
      <dsp:nvSpPr>
        <dsp:cNvPr id="0" name=""/>
        <dsp:cNvSpPr/>
      </dsp:nvSpPr>
      <dsp:spPr>
        <a:xfrm>
          <a:off x="367665" y="1793270"/>
          <a:ext cx="668483" cy="66848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59EFB95-DA10-45FB-A7C4-ED4C46F23598}">
      <dsp:nvSpPr>
        <dsp:cNvPr id="0" name=""/>
        <dsp:cNvSpPr/>
      </dsp:nvSpPr>
      <dsp:spPr>
        <a:xfrm>
          <a:off x="1403815" y="1519799"/>
          <a:ext cx="5288932" cy="12154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632" tIns="128632" rIns="128632" bIns="12863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Prompts with varying information: vague/detailed</a:t>
          </a:r>
        </a:p>
      </dsp:txBody>
      <dsp:txXfrm>
        <a:off x="1403815" y="1519799"/>
        <a:ext cx="5288932" cy="1215424"/>
      </dsp:txXfrm>
    </dsp:sp>
    <dsp:sp modelId="{6E83CE17-532C-48E9-8E6F-A41542CBE679}">
      <dsp:nvSpPr>
        <dsp:cNvPr id="0" name=""/>
        <dsp:cNvSpPr/>
      </dsp:nvSpPr>
      <dsp:spPr>
        <a:xfrm>
          <a:off x="0" y="3039080"/>
          <a:ext cx="6692748" cy="121542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D5BCD89-E367-480F-B6A7-ED9736351BE4}">
      <dsp:nvSpPr>
        <dsp:cNvPr id="0" name=""/>
        <dsp:cNvSpPr/>
      </dsp:nvSpPr>
      <dsp:spPr>
        <a:xfrm>
          <a:off x="367665" y="3312550"/>
          <a:ext cx="668483" cy="66848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257CDC-F8ED-4DB5-A080-4FF144C3DAD5}">
      <dsp:nvSpPr>
        <dsp:cNvPr id="0" name=""/>
        <dsp:cNvSpPr/>
      </dsp:nvSpPr>
      <dsp:spPr>
        <a:xfrm>
          <a:off x="1403815" y="3039080"/>
          <a:ext cx="5288932" cy="12154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632" tIns="128632" rIns="128632" bIns="12863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Test with additional time complexities</a:t>
          </a:r>
        </a:p>
      </dsp:txBody>
      <dsp:txXfrm>
        <a:off x="1403815" y="3039080"/>
        <a:ext cx="5288932" cy="121542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AB071E-1B6E-4986-A269-130E17990999}">
      <dsp:nvSpPr>
        <dsp:cNvPr id="0" name=""/>
        <dsp:cNvSpPr/>
      </dsp:nvSpPr>
      <dsp:spPr>
        <a:xfrm>
          <a:off x="0" y="519"/>
          <a:ext cx="6692748" cy="121542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5D8057-CFF8-4344-91EA-9EC4003FFCEB}">
      <dsp:nvSpPr>
        <dsp:cNvPr id="0" name=""/>
        <dsp:cNvSpPr/>
      </dsp:nvSpPr>
      <dsp:spPr>
        <a:xfrm>
          <a:off x="367665" y="273989"/>
          <a:ext cx="668483" cy="66848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7FD361-AD5A-49E5-955F-CFF0D9FBD95C}">
      <dsp:nvSpPr>
        <dsp:cNvPr id="0" name=""/>
        <dsp:cNvSpPr/>
      </dsp:nvSpPr>
      <dsp:spPr>
        <a:xfrm>
          <a:off x="1403815" y="519"/>
          <a:ext cx="3011736" cy="12154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632" tIns="128632" rIns="128632" bIns="128632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Each AI model was able to solve all the problems</a:t>
          </a:r>
          <a:endParaRPr lang="en-US" sz="2300" kern="1200" dirty="0"/>
        </a:p>
      </dsp:txBody>
      <dsp:txXfrm>
        <a:off x="1403815" y="519"/>
        <a:ext cx="3011736" cy="1215424"/>
      </dsp:txXfrm>
    </dsp:sp>
    <dsp:sp modelId="{CA8701AC-42D4-4EC0-8174-A47901D3E1F4}">
      <dsp:nvSpPr>
        <dsp:cNvPr id="0" name=""/>
        <dsp:cNvSpPr/>
      </dsp:nvSpPr>
      <dsp:spPr>
        <a:xfrm>
          <a:off x="4415551" y="519"/>
          <a:ext cx="2277196" cy="12154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632" tIns="128632" rIns="128632" bIns="128632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But each approached them slightly differently</a:t>
          </a:r>
        </a:p>
      </dsp:txBody>
      <dsp:txXfrm>
        <a:off x="4415551" y="519"/>
        <a:ext cx="2277196" cy="1215424"/>
      </dsp:txXfrm>
    </dsp:sp>
    <dsp:sp modelId="{CDE006F7-9E7F-45DC-812E-0A251B7E4EDC}">
      <dsp:nvSpPr>
        <dsp:cNvPr id="0" name=""/>
        <dsp:cNvSpPr/>
      </dsp:nvSpPr>
      <dsp:spPr>
        <a:xfrm>
          <a:off x="0" y="1519799"/>
          <a:ext cx="6692748" cy="121542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1C4CBA-250A-4FFD-8D7F-2908BFC7E436}">
      <dsp:nvSpPr>
        <dsp:cNvPr id="0" name=""/>
        <dsp:cNvSpPr/>
      </dsp:nvSpPr>
      <dsp:spPr>
        <a:xfrm>
          <a:off x="367665" y="1793270"/>
          <a:ext cx="668483" cy="66848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1EC0F2-4DE4-48F6-B726-1640A135F134}">
      <dsp:nvSpPr>
        <dsp:cNvPr id="0" name=""/>
        <dsp:cNvSpPr/>
      </dsp:nvSpPr>
      <dsp:spPr>
        <a:xfrm>
          <a:off x="1403815" y="1519799"/>
          <a:ext cx="5288932" cy="12154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632" tIns="128632" rIns="128632" bIns="128632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AI can successfully assist in building encryption solutions</a:t>
          </a:r>
          <a:endParaRPr lang="en-US" sz="2300" kern="1200" dirty="0"/>
        </a:p>
      </dsp:txBody>
      <dsp:txXfrm>
        <a:off x="1403815" y="1519799"/>
        <a:ext cx="5288932" cy="1215424"/>
      </dsp:txXfrm>
    </dsp:sp>
    <dsp:sp modelId="{25373164-3E69-4018-92CF-F9E49DC42C10}">
      <dsp:nvSpPr>
        <dsp:cNvPr id="0" name=""/>
        <dsp:cNvSpPr/>
      </dsp:nvSpPr>
      <dsp:spPr>
        <a:xfrm>
          <a:off x="0" y="3039080"/>
          <a:ext cx="6692748" cy="121542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C8667D-7A8E-44FE-B2F5-B653C2ED46C0}">
      <dsp:nvSpPr>
        <dsp:cNvPr id="0" name=""/>
        <dsp:cNvSpPr/>
      </dsp:nvSpPr>
      <dsp:spPr>
        <a:xfrm>
          <a:off x="367665" y="3312550"/>
          <a:ext cx="668483" cy="66848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2323BA-67D6-4958-A95F-5C09A82049EF}">
      <dsp:nvSpPr>
        <dsp:cNvPr id="0" name=""/>
        <dsp:cNvSpPr/>
      </dsp:nvSpPr>
      <dsp:spPr>
        <a:xfrm>
          <a:off x="1403815" y="3039080"/>
          <a:ext cx="5288932" cy="12154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632" tIns="128632" rIns="128632" bIns="128632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AI should be used as a supporting tool, not a replacement for human experts</a:t>
          </a:r>
          <a:endParaRPr lang="en-US" sz="2300" kern="1200" dirty="0"/>
        </a:p>
      </dsp:txBody>
      <dsp:txXfrm>
        <a:off x="1403815" y="3039080"/>
        <a:ext cx="5288932" cy="121542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D597D-8B24-4838-871A-61B024263B13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7F944C-0785-434E-A45B-7E599E6F96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43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0572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01246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8198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7596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4126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5122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2195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2414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7865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80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16126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618975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9664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89555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27567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69193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9904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ADBD16-5BFB-4D9F-9646-C75D1B53BBB6}" type="datetimeFigureOut">
              <a:rPr lang="en-US" smtClean="0"/>
              <a:pPr/>
              <a:t>3/30/2026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7539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82" r:id="rId1"/>
    <p:sldLayoutId id="2147483883" r:id="rId2"/>
    <p:sldLayoutId id="2147483884" r:id="rId3"/>
    <p:sldLayoutId id="2147483885" r:id="rId4"/>
    <p:sldLayoutId id="2147483886" r:id="rId5"/>
    <p:sldLayoutId id="2147483887" r:id="rId6"/>
    <p:sldLayoutId id="2147483888" r:id="rId7"/>
    <p:sldLayoutId id="2147483889" r:id="rId8"/>
    <p:sldLayoutId id="2147483890" r:id="rId9"/>
    <p:sldLayoutId id="2147483891" r:id="rId10"/>
    <p:sldLayoutId id="2147483892" r:id="rId11"/>
    <p:sldLayoutId id="2147483893" r:id="rId12"/>
    <p:sldLayoutId id="2147483894" r:id="rId13"/>
    <p:sldLayoutId id="2147483895" r:id="rId14"/>
    <p:sldLayoutId id="2147483896" r:id="rId15"/>
    <p:sldLayoutId id="2147483897" r:id="rId16"/>
    <p:sldLayoutId id="2147483898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1A0EF-972C-D338-6333-39800DF6F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33477" y="906103"/>
            <a:ext cx="6013703" cy="4149724"/>
          </a:xfrm>
        </p:spPr>
        <p:txBody>
          <a:bodyPr anchor="ctr">
            <a:normAutofit fontScale="90000"/>
          </a:bodyPr>
          <a:lstStyle/>
          <a:p>
            <a:r>
              <a:rPr lang="en-US" sz="5600" b="1" dirty="0"/>
              <a:t>Security Vs Speed:</a:t>
            </a:r>
            <a:br>
              <a:rPr lang="en-US" sz="4700" dirty="0"/>
            </a:br>
            <a:r>
              <a:rPr lang="en-US" sz="4700" i="1" dirty="0"/>
              <a:t>Evaluating AI in Time-Constrained Encryption</a:t>
            </a:r>
            <a:br>
              <a:rPr lang="en-US" sz="4700" dirty="0"/>
            </a:br>
            <a:br>
              <a:rPr lang="en-US" sz="4700" dirty="0"/>
            </a:br>
            <a:endParaRPr lang="en-US" sz="47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1390D8-00E3-4E00-622B-469D67983D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94685" y="2584563"/>
            <a:ext cx="3308771" cy="4149725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CMSC-4200-AI Project </a:t>
            </a:r>
          </a:p>
          <a:p>
            <a:r>
              <a:rPr lang="en-US" dirty="0">
                <a:solidFill>
                  <a:schemeClr val="tx1"/>
                </a:solidFill>
              </a:rPr>
              <a:t>Group 1: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Margo Bonal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Luke Ruffing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Evan Thompson</a:t>
            </a:r>
          </a:p>
        </p:txBody>
      </p:sp>
    </p:spTree>
    <p:extLst>
      <p:ext uri="{BB962C8B-B14F-4D97-AF65-F5344CB8AC3E}">
        <p14:creationId xmlns:p14="http://schemas.microsoft.com/office/powerpoint/2010/main" val="2732488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A85E8-01FB-8E12-4E0B-4BEF5FD40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Project Description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726F1BD9-27E2-2783-22C4-708E5875FC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41097774"/>
              </p:ext>
            </p:extLst>
          </p:nvPr>
        </p:nvGraphicFramePr>
        <p:xfrm>
          <a:off x="1141413" y="2249488"/>
          <a:ext cx="9906000" cy="3541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04418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77595DC-5F24-43DE-A51F-61C1424919A8}"/>
              </a:ext>
            </a:extLst>
          </p:cNvPr>
          <p:cNvSpPr txBox="1"/>
          <p:nvPr/>
        </p:nvSpPr>
        <p:spPr>
          <a:xfrm>
            <a:off x="1079952" y="1337405"/>
            <a:ext cx="28104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Algorithm Selection:</a:t>
            </a:r>
          </a:p>
          <a:p>
            <a:r>
              <a:rPr lang="en-US" dirty="0"/>
              <a:t>Test AI’s ability and Knowledge of encryption algorithms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E0E150-2FC2-EEE3-7E38-1E788F6BA625}"/>
              </a:ext>
            </a:extLst>
          </p:cNvPr>
          <p:cNvSpPr txBox="1"/>
          <p:nvPr/>
        </p:nvSpPr>
        <p:spPr>
          <a:xfrm>
            <a:off x="1079952" y="2926517"/>
            <a:ext cx="29650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Optimization:</a:t>
            </a:r>
          </a:p>
          <a:p>
            <a:r>
              <a:rPr lang="en-US" dirty="0"/>
              <a:t>Test Ai’s ability to select an algorithm for specific purpose and achieve best efficiency 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4AF094-E72F-59C1-3EC9-6D652007D4E2}"/>
              </a:ext>
            </a:extLst>
          </p:cNvPr>
          <p:cNvSpPr txBox="1"/>
          <p:nvPr/>
        </p:nvSpPr>
        <p:spPr>
          <a:xfrm>
            <a:off x="1079952" y="4515629"/>
            <a:ext cx="29650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Security Analysis:</a:t>
            </a:r>
          </a:p>
          <a:p>
            <a:r>
              <a:rPr lang="en-US" dirty="0"/>
              <a:t>Examine Ai’s ability to create encryption solution, meeting time complexity and data security 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8EA47113-AE78-37AD-2E9F-5114B143C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4886" y="459676"/>
            <a:ext cx="3408832" cy="877729"/>
          </a:xfrm>
        </p:spPr>
        <p:txBody>
          <a:bodyPr anchor="ctr">
            <a:normAutofit fontScale="90000"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Problem Types</a:t>
            </a:r>
          </a:p>
        </p:txBody>
      </p:sp>
      <p:graphicFrame>
        <p:nvGraphicFramePr>
          <p:cNvPr id="29" name="TextBox 5">
            <a:extLst>
              <a:ext uri="{FF2B5EF4-FFF2-40B4-BE49-F238E27FC236}">
                <a16:creationId xmlns:a16="http://schemas.microsoft.com/office/drawing/2014/main" id="{800BDBBA-D667-3711-5172-9DCBB8455FF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35076349"/>
              </p:ext>
            </p:extLst>
          </p:nvPr>
        </p:nvGraphicFramePr>
        <p:xfrm>
          <a:off x="4333718" y="258173"/>
          <a:ext cx="7559334" cy="60874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26557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B150613-8BB7-CE2F-6F6A-702DE92CC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55157" y="518864"/>
            <a:ext cx="3343835" cy="656385"/>
          </a:xfrm>
        </p:spPr>
        <p:txBody>
          <a:bodyPr anchor="b"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r>
              <a:rPr lang="en-US" sz="4000" b="1" dirty="0">
                <a:ln/>
              </a:rPr>
              <a:t>Approach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677E0F-BF91-66F8-3FE4-355A1391BB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26842" y="1542443"/>
            <a:ext cx="5400467" cy="252529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Each member assigned AI model for experimentation</a:t>
            </a:r>
          </a:p>
          <a:p>
            <a:r>
              <a:rPr lang="en-US" dirty="0"/>
              <a:t>Model prompted</a:t>
            </a:r>
          </a:p>
          <a:p>
            <a:r>
              <a:rPr lang="en-US" dirty="0"/>
              <a:t>Data collection/documentation</a:t>
            </a:r>
          </a:p>
          <a:p>
            <a:r>
              <a:rPr lang="en-US" dirty="0"/>
              <a:t>Analysis and team reviews 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88944B4-2820-81D6-0EF2-EDD735756CA6}"/>
              </a:ext>
            </a:extLst>
          </p:cNvPr>
          <p:cNvSpPr txBox="1">
            <a:spLocks/>
          </p:cNvSpPr>
          <p:nvPr/>
        </p:nvSpPr>
        <p:spPr>
          <a:xfrm>
            <a:off x="1027159" y="450694"/>
            <a:ext cx="3343835" cy="7927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n/>
              </a:rPr>
              <a:t>AI Tools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C8A7EC2-18C5-CE9E-5EB7-BD96AEA308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3237771"/>
              </p:ext>
            </p:extLst>
          </p:nvPr>
        </p:nvGraphicFramePr>
        <p:xfrm>
          <a:off x="6096000" y="4434929"/>
          <a:ext cx="5928612" cy="818310"/>
        </p:xfrm>
        <a:graphic>
          <a:graphicData uri="http://schemas.openxmlformats.org/drawingml/2006/table">
            <a:tbl>
              <a:tblPr firstRow="1" bandRow="1">
                <a:tableStyleId>{5202B0CA-FC54-4496-8BCA-5EF66A818D29}</a:tableStyleId>
              </a:tblPr>
              <a:tblGrid>
                <a:gridCol w="1976204">
                  <a:extLst>
                    <a:ext uri="{9D8B030D-6E8A-4147-A177-3AD203B41FA5}">
                      <a16:colId xmlns:a16="http://schemas.microsoft.com/office/drawing/2014/main" val="3251552912"/>
                    </a:ext>
                  </a:extLst>
                </a:gridCol>
                <a:gridCol w="1976204">
                  <a:extLst>
                    <a:ext uri="{9D8B030D-6E8A-4147-A177-3AD203B41FA5}">
                      <a16:colId xmlns:a16="http://schemas.microsoft.com/office/drawing/2014/main" val="1980697266"/>
                    </a:ext>
                  </a:extLst>
                </a:gridCol>
                <a:gridCol w="1976204">
                  <a:extLst>
                    <a:ext uri="{9D8B030D-6E8A-4147-A177-3AD203B41FA5}">
                      <a16:colId xmlns:a16="http://schemas.microsoft.com/office/drawing/2014/main" val="2591466842"/>
                    </a:ext>
                  </a:extLst>
                </a:gridCol>
              </a:tblGrid>
              <a:tr h="447470">
                <a:tc>
                  <a:txBody>
                    <a:bodyPr/>
                    <a:lstStyle/>
                    <a:p>
                      <a:r>
                        <a:rPr lang="en-US" dirty="0"/>
                        <a:t>Margo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Evan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986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ChatGPT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Copilot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Gemini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943804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0EA2BF6-99E8-2D98-E940-ED19A6922E58}"/>
              </a:ext>
            </a:extLst>
          </p:cNvPr>
          <p:cNvSpPr txBox="1"/>
          <p:nvPr/>
        </p:nvSpPr>
        <p:spPr>
          <a:xfrm>
            <a:off x="755277" y="1467023"/>
            <a:ext cx="5109882" cy="52014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 dirty="0"/>
              <a:t>Multiple AI agents allow for comparison of success rates, solutions, and limitations.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 dirty="0"/>
              <a:t> ChatGPT &amp; Copilot: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OpenAI’s GPT </a:t>
            </a:r>
            <a:r>
              <a:rPr lang="en-US" sz="1400" dirty="0"/>
              <a:t>(Generative Pre-trained Transformer)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Gemini: Google’s independent model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 dirty="0"/>
              <a:t>Difference: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Microsoft utilizes GPT model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adds layers to allow Copilot to meet security needs and integrate with Microsoft ecosystem</a:t>
            </a:r>
          </a:p>
          <a:p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4082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9" name="Group 1038">
            <a:extLst>
              <a:ext uri="{FF2B5EF4-FFF2-40B4-BE49-F238E27FC236}">
                <a16:creationId xmlns:a16="http://schemas.microsoft.com/office/drawing/2014/main" id="{A0B38558-5389-4817-936F-FD62560CA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040" name="Rectangle 1039">
              <a:extLst>
                <a:ext uri="{FF2B5EF4-FFF2-40B4-BE49-F238E27FC236}">
                  <a16:creationId xmlns:a16="http://schemas.microsoft.com/office/drawing/2014/main" id="{CCB252B9-42EF-4414-AA22-2A95C1819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41" name="Picture 2">
              <a:extLst>
                <a:ext uri="{FF2B5EF4-FFF2-40B4-BE49-F238E27FC236}">
                  <a16:creationId xmlns:a16="http://schemas.microsoft.com/office/drawing/2014/main" id="{F9C2C800-C3E3-4317-A3CC-1558D71F14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34" name="Picture 10" descr="Download Clear OpenAI ChatGPT Logo - Different ChatGPT Dimensions With ...">
            <a:extLst>
              <a:ext uri="{FF2B5EF4-FFF2-40B4-BE49-F238E27FC236}">
                <a16:creationId xmlns:a16="http://schemas.microsoft.com/office/drawing/2014/main" id="{7D468073-A7AC-D5AC-198E-D4A555D4B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094" r="1" b="22343"/>
          <a:stretch>
            <a:fillRect/>
          </a:stretch>
        </p:blipFill>
        <p:spPr bwMode="auto">
          <a:xfrm>
            <a:off x="3611" y="10"/>
            <a:ext cx="1218838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43" name="Group 1042">
            <a:extLst>
              <a:ext uri="{FF2B5EF4-FFF2-40B4-BE49-F238E27FC236}">
                <a16:creationId xmlns:a16="http://schemas.microsoft.com/office/drawing/2014/main" id="{15502586-682B-4EDF-9515-674BB4E1CD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72533" y="0"/>
            <a:ext cx="11455400" cy="6848476"/>
            <a:chOff x="372533" y="0"/>
            <a:chExt cx="11455400" cy="6848476"/>
          </a:xfrm>
        </p:grpSpPr>
        <p:sp>
          <p:nvSpPr>
            <p:cNvPr id="1044" name="Round Diagonal Corner Rectangle 7">
              <a:extLst>
                <a:ext uri="{FF2B5EF4-FFF2-40B4-BE49-F238E27FC236}">
                  <a16:creationId xmlns:a16="http://schemas.microsoft.com/office/drawing/2014/main" id="{C4491F87-B86B-413A-ACCD-56525E533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22867" y="766234"/>
              <a:ext cx="10346266" cy="5325532"/>
            </a:xfrm>
            <a:prstGeom prst="round2DiagRect">
              <a:avLst>
                <a:gd name="adj1" fmla="val 4147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45" name="Group 1044">
              <a:extLst>
                <a:ext uri="{FF2B5EF4-FFF2-40B4-BE49-F238E27FC236}">
                  <a16:creationId xmlns:a16="http://schemas.microsoft.com/office/drawing/2014/main" id="{04A25545-7FDA-465A-8546-9D927F828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085512" y="0"/>
              <a:ext cx="650875" cy="1730375"/>
              <a:chOff x="11347978" y="0"/>
              <a:chExt cx="650875" cy="1730375"/>
            </a:xfrm>
          </p:grpSpPr>
          <p:sp>
            <p:nvSpPr>
              <p:cNvPr id="1065" name="Freeform 32">
                <a:extLst>
                  <a:ext uri="{FF2B5EF4-FFF2-40B4-BE49-F238E27FC236}">
                    <a16:creationId xmlns:a16="http://schemas.microsoft.com/office/drawing/2014/main" id="{0AC67F09-E0D9-410A-A4DE-72D31697EB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67041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6" name="Freeform 33">
                <a:extLst>
                  <a:ext uri="{FF2B5EF4-FFF2-40B4-BE49-F238E27FC236}">
                    <a16:creationId xmlns:a16="http://schemas.microsoft.com/office/drawing/2014/main" id="{B78F2FDE-85C9-4650-919F-C35464007D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47978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7" name="Freeform 34">
                <a:extLst>
                  <a:ext uri="{FF2B5EF4-FFF2-40B4-BE49-F238E27FC236}">
                    <a16:creationId xmlns:a16="http://schemas.microsoft.com/office/drawing/2014/main" id="{57DD2F8B-5242-455C-B03F-E2F6B6732E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4678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8" name="Freeform 37">
                <a:extLst>
                  <a:ext uri="{FF2B5EF4-FFF2-40B4-BE49-F238E27FC236}">
                    <a16:creationId xmlns:a16="http://schemas.microsoft.com/office/drawing/2014/main" id="{B8CE3E90-8A76-4CD5-B28C-D71FF37185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94053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46" name="Group 1045">
              <a:extLst>
                <a:ext uri="{FF2B5EF4-FFF2-40B4-BE49-F238E27FC236}">
                  <a16:creationId xmlns:a16="http://schemas.microsoft.com/office/drawing/2014/main" id="{4C374541-D033-4B72-A232-5461EEAD4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11229445" y="4867275"/>
              <a:ext cx="598488" cy="1981201"/>
              <a:chOff x="11424178" y="4867275"/>
              <a:chExt cx="598488" cy="1981201"/>
            </a:xfrm>
          </p:grpSpPr>
          <p:sp>
            <p:nvSpPr>
              <p:cNvPr id="1059" name="Freeform 35">
                <a:extLst>
                  <a:ext uri="{FF2B5EF4-FFF2-40B4-BE49-F238E27FC236}">
                    <a16:creationId xmlns:a16="http://schemas.microsoft.com/office/drawing/2014/main" id="{94766BAB-FE6E-4247-886B-736F831FEB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14666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0" name="Freeform 36">
                <a:extLst>
                  <a:ext uri="{FF2B5EF4-FFF2-40B4-BE49-F238E27FC236}">
                    <a16:creationId xmlns:a16="http://schemas.microsoft.com/office/drawing/2014/main" id="{3C954FB2-C7A0-468C-8AD2-C278DCA642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55966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1" name="Freeform 38">
                <a:extLst>
                  <a:ext uri="{FF2B5EF4-FFF2-40B4-BE49-F238E27FC236}">
                    <a16:creationId xmlns:a16="http://schemas.microsoft.com/office/drawing/2014/main" id="{F52FBFD5-A528-4DB8-A802-814A7E421D6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9441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2" name="Freeform 39">
                <a:extLst>
                  <a:ext uri="{FF2B5EF4-FFF2-40B4-BE49-F238E27FC236}">
                    <a16:creationId xmlns:a16="http://schemas.microsoft.com/office/drawing/2014/main" id="{E57CCB6D-72AF-4D41-8C6C-9750D43DC6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24178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3" name="Freeform 40">
                <a:extLst>
                  <a:ext uri="{FF2B5EF4-FFF2-40B4-BE49-F238E27FC236}">
                    <a16:creationId xmlns:a16="http://schemas.microsoft.com/office/drawing/2014/main" id="{19D203AA-CF94-405B-800C-0C79855218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32166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4" name="Rectangle 41">
                <a:extLst>
                  <a:ext uri="{FF2B5EF4-FFF2-40B4-BE49-F238E27FC236}">
                    <a16:creationId xmlns:a16="http://schemas.microsoft.com/office/drawing/2014/main" id="{7D053665-E810-419F-9D63-2A54CB4773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22653" y="6596063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47" name="Group 1046">
              <a:extLst>
                <a:ext uri="{FF2B5EF4-FFF2-40B4-BE49-F238E27FC236}">
                  <a16:creationId xmlns:a16="http://schemas.microsoft.com/office/drawing/2014/main" id="{DEAF6153-6BF6-448C-81C1-2817B0F780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440267" y="5118101"/>
              <a:ext cx="650875" cy="1730375"/>
              <a:chOff x="118533" y="5118101"/>
              <a:chExt cx="650875" cy="1730375"/>
            </a:xfrm>
          </p:grpSpPr>
          <p:sp>
            <p:nvSpPr>
              <p:cNvPr id="1055" name="Freeform 32">
                <a:extLst>
                  <a:ext uri="{FF2B5EF4-FFF2-40B4-BE49-F238E27FC236}">
                    <a16:creationId xmlns:a16="http://schemas.microsoft.com/office/drawing/2014/main" id="{A7E0D3C0-552C-4741-AFBE-E665CEA068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37596" y="6335713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6" name="Freeform 33">
                <a:extLst>
                  <a:ext uri="{FF2B5EF4-FFF2-40B4-BE49-F238E27FC236}">
                    <a16:creationId xmlns:a16="http://schemas.microsoft.com/office/drawing/2014/main" id="{CAF96EBF-4E74-4F88-BD05-A4AE1694A4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18533" y="622141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7" name="Freeform 34">
                <a:extLst>
                  <a:ext uri="{FF2B5EF4-FFF2-40B4-BE49-F238E27FC236}">
                    <a16:creationId xmlns:a16="http://schemas.microsoft.com/office/drawing/2014/main" id="{D49C51B9-E4E4-410D-8AAB-7E308A1D45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5233" y="5118101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8" name="Freeform 37">
                <a:extLst>
                  <a:ext uri="{FF2B5EF4-FFF2-40B4-BE49-F238E27FC236}">
                    <a16:creationId xmlns:a16="http://schemas.microsoft.com/office/drawing/2014/main" id="{354F0627-1BD6-4455-967A-32DB31C82C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464608" y="5299075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48" name="Group 1047">
              <a:extLst>
                <a:ext uri="{FF2B5EF4-FFF2-40B4-BE49-F238E27FC236}">
                  <a16:creationId xmlns:a16="http://schemas.microsoft.com/office/drawing/2014/main" id="{BC21AED9-0CB5-426C-A1C4-6EEB548050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72533" y="0"/>
              <a:ext cx="598488" cy="1981201"/>
              <a:chOff x="194733" y="0"/>
              <a:chExt cx="598488" cy="1981201"/>
            </a:xfrm>
          </p:grpSpPr>
          <p:sp>
            <p:nvSpPr>
              <p:cNvPr id="1049" name="Freeform 35">
                <a:extLst>
                  <a:ext uri="{FF2B5EF4-FFF2-40B4-BE49-F238E27FC236}">
                    <a16:creationId xmlns:a16="http://schemas.microsoft.com/office/drawing/2014/main" id="{8D8A778B-9916-47AC-A28A-07F01A83F4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85221" y="0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0" name="Freeform 36">
                <a:extLst>
                  <a:ext uri="{FF2B5EF4-FFF2-40B4-BE49-F238E27FC236}">
                    <a16:creationId xmlns:a16="http://schemas.microsoft.com/office/drawing/2014/main" id="{65323B96-DF0E-463C-B290-C22D3C55324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526521" y="1141413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1" name="Freeform 38">
                <a:extLst>
                  <a:ext uri="{FF2B5EF4-FFF2-40B4-BE49-F238E27FC236}">
                    <a16:creationId xmlns:a16="http://schemas.microsoft.com/office/drawing/2014/main" id="{65A0E255-1142-422E-A62A-5044177C5A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9996" y="1792288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2" name="Freeform 39">
                <a:extLst>
                  <a:ext uri="{FF2B5EF4-FFF2-40B4-BE49-F238E27FC236}">
                    <a16:creationId xmlns:a16="http://schemas.microsoft.com/office/drawing/2014/main" id="{233A955D-DB0D-42F8-B490-E01FB9C45C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94733" y="0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3" name="Freeform 40">
                <a:extLst>
                  <a:ext uri="{FF2B5EF4-FFF2-40B4-BE49-F238E27FC236}">
                    <a16:creationId xmlns:a16="http://schemas.microsoft.com/office/drawing/2014/main" id="{F0F0C29B-EB52-470C-AF64-FC54F5C250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02721" y="24288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4" name="Rectangle 41">
                <a:extLst>
                  <a:ext uri="{FF2B5EF4-FFF2-40B4-BE49-F238E27FC236}">
                    <a16:creationId xmlns:a16="http://schemas.microsoft.com/office/drawing/2014/main" id="{A6C0E942-454D-483D-84FB-89308C8F15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93208" y="0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17E5507-7BEB-1D01-5229-134196AE5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en-US"/>
              <a:t>ChatGPT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BEB13-E101-00CE-9CC4-735B136CA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252134"/>
            <a:ext cx="9905999" cy="3454399"/>
          </a:xfrm>
        </p:spPr>
        <p:txBody>
          <a:bodyPr anchor="ctr">
            <a:noAutofit/>
          </a:bodyPr>
          <a:lstStyle/>
          <a:p>
            <a:pPr>
              <a:lnSpc>
                <a:spcPct val="110000"/>
              </a:lnSpc>
            </a:pPr>
            <a:r>
              <a:rPr lang="en-US" sz="1800" dirty="0"/>
              <a:t>Algorithm Selection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Use secure salted password hashing with an algorithm such as Argon2 or </a:t>
            </a:r>
            <a:r>
              <a:rPr lang="en-US" sz="1800" dirty="0" err="1"/>
              <a:t>bcrypt</a:t>
            </a:r>
            <a:r>
              <a:rPr lang="en-US" sz="1800" dirty="0"/>
              <a:t> rather than encryption. 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Designed specifically for password storage, provide strong protection against brute force attacks, and are fast enough that hashing and verification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Optimization 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AES-256-GCM for bulk data encryption with ECC for secure key exchange provides optimization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Combination of asymmetric and symmetric encryption reduces slow and CPU intensive processing. 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Session key reuse within secure time window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Buffering of large data streams</a:t>
            </a:r>
          </a:p>
        </p:txBody>
      </p:sp>
    </p:spTree>
    <p:extLst>
      <p:ext uri="{BB962C8B-B14F-4D97-AF65-F5344CB8AC3E}">
        <p14:creationId xmlns:p14="http://schemas.microsoft.com/office/powerpoint/2010/main" val="16051711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55F8AC-8E65-583F-2A64-9B0051A19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9" name="Group 1038">
            <a:extLst>
              <a:ext uri="{FF2B5EF4-FFF2-40B4-BE49-F238E27FC236}">
                <a16:creationId xmlns:a16="http://schemas.microsoft.com/office/drawing/2014/main" id="{A0B38558-5389-4817-936F-FD62560CA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040" name="Rectangle 1039">
              <a:extLst>
                <a:ext uri="{FF2B5EF4-FFF2-40B4-BE49-F238E27FC236}">
                  <a16:creationId xmlns:a16="http://schemas.microsoft.com/office/drawing/2014/main" id="{CCB252B9-42EF-4414-AA22-2A95C1819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41" name="Picture 2">
              <a:extLst>
                <a:ext uri="{FF2B5EF4-FFF2-40B4-BE49-F238E27FC236}">
                  <a16:creationId xmlns:a16="http://schemas.microsoft.com/office/drawing/2014/main" id="{F9C2C800-C3E3-4317-A3CC-1558D71F14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34" name="Picture 10" descr="Download Clear OpenAI ChatGPT Logo - Different ChatGPT Dimensions With ...">
            <a:extLst>
              <a:ext uri="{FF2B5EF4-FFF2-40B4-BE49-F238E27FC236}">
                <a16:creationId xmlns:a16="http://schemas.microsoft.com/office/drawing/2014/main" id="{AC42605A-75BD-0911-C24E-3C43C25830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094" r="1" b="22343"/>
          <a:stretch>
            <a:fillRect/>
          </a:stretch>
        </p:blipFill>
        <p:spPr bwMode="auto">
          <a:xfrm>
            <a:off x="3611" y="10"/>
            <a:ext cx="1218838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43" name="Group 1042">
            <a:extLst>
              <a:ext uri="{FF2B5EF4-FFF2-40B4-BE49-F238E27FC236}">
                <a16:creationId xmlns:a16="http://schemas.microsoft.com/office/drawing/2014/main" id="{15502586-682B-4EDF-9515-674BB4E1CD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72533" y="0"/>
            <a:ext cx="11455400" cy="6848476"/>
            <a:chOff x="372533" y="0"/>
            <a:chExt cx="11455400" cy="6848476"/>
          </a:xfrm>
        </p:grpSpPr>
        <p:sp>
          <p:nvSpPr>
            <p:cNvPr id="1044" name="Round Diagonal Corner Rectangle 7">
              <a:extLst>
                <a:ext uri="{FF2B5EF4-FFF2-40B4-BE49-F238E27FC236}">
                  <a16:creationId xmlns:a16="http://schemas.microsoft.com/office/drawing/2014/main" id="{C4491F87-B86B-413A-ACCD-56525E533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22867" y="766234"/>
              <a:ext cx="10346266" cy="5325532"/>
            </a:xfrm>
            <a:prstGeom prst="round2DiagRect">
              <a:avLst>
                <a:gd name="adj1" fmla="val 4147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45" name="Group 1044">
              <a:extLst>
                <a:ext uri="{FF2B5EF4-FFF2-40B4-BE49-F238E27FC236}">
                  <a16:creationId xmlns:a16="http://schemas.microsoft.com/office/drawing/2014/main" id="{04A25545-7FDA-465A-8546-9D927F828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085512" y="0"/>
              <a:ext cx="650875" cy="1730375"/>
              <a:chOff x="11347978" y="0"/>
              <a:chExt cx="650875" cy="1730375"/>
            </a:xfrm>
          </p:grpSpPr>
          <p:sp>
            <p:nvSpPr>
              <p:cNvPr id="1065" name="Freeform 32">
                <a:extLst>
                  <a:ext uri="{FF2B5EF4-FFF2-40B4-BE49-F238E27FC236}">
                    <a16:creationId xmlns:a16="http://schemas.microsoft.com/office/drawing/2014/main" id="{0AC67F09-E0D9-410A-A4DE-72D31697EB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67041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6" name="Freeform 33">
                <a:extLst>
                  <a:ext uri="{FF2B5EF4-FFF2-40B4-BE49-F238E27FC236}">
                    <a16:creationId xmlns:a16="http://schemas.microsoft.com/office/drawing/2014/main" id="{B78F2FDE-85C9-4650-919F-C35464007D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47978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7" name="Freeform 34">
                <a:extLst>
                  <a:ext uri="{FF2B5EF4-FFF2-40B4-BE49-F238E27FC236}">
                    <a16:creationId xmlns:a16="http://schemas.microsoft.com/office/drawing/2014/main" id="{57DD2F8B-5242-455C-B03F-E2F6B6732E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4678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8" name="Freeform 37">
                <a:extLst>
                  <a:ext uri="{FF2B5EF4-FFF2-40B4-BE49-F238E27FC236}">
                    <a16:creationId xmlns:a16="http://schemas.microsoft.com/office/drawing/2014/main" id="{B8CE3E90-8A76-4CD5-B28C-D71FF37185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94053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46" name="Group 1045">
              <a:extLst>
                <a:ext uri="{FF2B5EF4-FFF2-40B4-BE49-F238E27FC236}">
                  <a16:creationId xmlns:a16="http://schemas.microsoft.com/office/drawing/2014/main" id="{4C374541-D033-4B72-A232-5461EEAD4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11229445" y="4867275"/>
              <a:ext cx="598488" cy="1981201"/>
              <a:chOff x="11424178" y="4867275"/>
              <a:chExt cx="598488" cy="1981201"/>
            </a:xfrm>
          </p:grpSpPr>
          <p:sp>
            <p:nvSpPr>
              <p:cNvPr id="1059" name="Freeform 35">
                <a:extLst>
                  <a:ext uri="{FF2B5EF4-FFF2-40B4-BE49-F238E27FC236}">
                    <a16:creationId xmlns:a16="http://schemas.microsoft.com/office/drawing/2014/main" id="{94766BAB-FE6E-4247-886B-736F831FEB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14666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0" name="Freeform 36">
                <a:extLst>
                  <a:ext uri="{FF2B5EF4-FFF2-40B4-BE49-F238E27FC236}">
                    <a16:creationId xmlns:a16="http://schemas.microsoft.com/office/drawing/2014/main" id="{3C954FB2-C7A0-468C-8AD2-C278DCA642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55966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1" name="Freeform 38">
                <a:extLst>
                  <a:ext uri="{FF2B5EF4-FFF2-40B4-BE49-F238E27FC236}">
                    <a16:creationId xmlns:a16="http://schemas.microsoft.com/office/drawing/2014/main" id="{F52FBFD5-A528-4DB8-A802-814A7E421D6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9441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2" name="Freeform 39">
                <a:extLst>
                  <a:ext uri="{FF2B5EF4-FFF2-40B4-BE49-F238E27FC236}">
                    <a16:creationId xmlns:a16="http://schemas.microsoft.com/office/drawing/2014/main" id="{E57CCB6D-72AF-4D41-8C6C-9750D43DC6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24178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3" name="Freeform 40">
                <a:extLst>
                  <a:ext uri="{FF2B5EF4-FFF2-40B4-BE49-F238E27FC236}">
                    <a16:creationId xmlns:a16="http://schemas.microsoft.com/office/drawing/2014/main" id="{19D203AA-CF94-405B-800C-0C79855218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32166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4" name="Rectangle 41">
                <a:extLst>
                  <a:ext uri="{FF2B5EF4-FFF2-40B4-BE49-F238E27FC236}">
                    <a16:creationId xmlns:a16="http://schemas.microsoft.com/office/drawing/2014/main" id="{7D053665-E810-419F-9D63-2A54CB4773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22653" y="6596063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47" name="Group 1046">
              <a:extLst>
                <a:ext uri="{FF2B5EF4-FFF2-40B4-BE49-F238E27FC236}">
                  <a16:creationId xmlns:a16="http://schemas.microsoft.com/office/drawing/2014/main" id="{DEAF6153-6BF6-448C-81C1-2817B0F780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440267" y="5118101"/>
              <a:ext cx="650875" cy="1730375"/>
              <a:chOff x="118533" y="5118101"/>
              <a:chExt cx="650875" cy="1730375"/>
            </a:xfrm>
          </p:grpSpPr>
          <p:sp>
            <p:nvSpPr>
              <p:cNvPr id="1055" name="Freeform 32">
                <a:extLst>
                  <a:ext uri="{FF2B5EF4-FFF2-40B4-BE49-F238E27FC236}">
                    <a16:creationId xmlns:a16="http://schemas.microsoft.com/office/drawing/2014/main" id="{A7E0D3C0-552C-4741-AFBE-E665CEA068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37596" y="6335713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6" name="Freeform 33">
                <a:extLst>
                  <a:ext uri="{FF2B5EF4-FFF2-40B4-BE49-F238E27FC236}">
                    <a16:creationId xmlns:a16="http://schemas.microsoft.com/office/drawing/2014/main" id="{CAF96EBF-4E74-4F88-BD05-A4AE1694A4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18533" y="622141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7" name="Freeform 34">
                <a:extLst>
                  <a:ext uri="{FF2B5EF4-FFF2-40B4-BE49-F238E27FC236}">
                    <a16:creationId xmlns:a16="http://schemas.microsoft.com/office/drawing/2014/main" id="{D49C51B9-E4E4-410D-8AAB-7E308A1D45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5233" y="5118101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8" name="Freeform 37">
                <a:extLst>
                  <a:ext uri="{FF2B5EF4-FFF2-40B4-BE49-F238E27FC236}">
                    <a16:creationId xmlns:a16="http://schemas.microsoft.com/office/drawing/2014/main" id="{354F0627-1BD6-4455-967A-32DB31C82C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464608" y="5299075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48" name="Group 1047">
              <a:extLst>
                <a:ext uri="{FF2B5EF4-FFF2-40B4-BE49-F238E27FC236}">
                  <a16:creationId xmlns:a16="http://schemas.microsoft.com/office/drawing/2014/main" id="{BC21AED9-0CB5-426C-A1C4-6EEB548050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72533" y="0"/>
              <a:ext cx="598488" cy="1981201"/>
              <a:chOff x="194733" y="0"/>
              <a:chExt cx="598488" cy="1981201"/>
            </a:xfrm>
          </p:grpSpPr>
          <p:sp>
            <p:nvSpPr>
              <p:cNvPr id="1049" name="Freeform 35">
                <a:extLst>
                  <a:ext uri="{FF2B5EF4-FFF2-40B4-BE49-F238E27FC236}">
                    <a16:creationId xmlns:a16="http://schemas.microsoft.com/office/drawing/2014/main" id="{8D8A778B-9916-47AC-A28A-07F01A83F4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85221" y="0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0" name="Freeform 36">
                <a:extLst>
                  <a:ext uri="{FF2B5EF4-FFF2-40B4-BE49-F238E27FC236}">
                    <a16:creationId xmlns:a16="http://schemas.microsoft.com/office/drawing/2014/main" id="{65323B96-DF0E-463C-B290-C22D3C55324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526521" y="1141413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1" name="Freeform 38">
                <a:extLst>
                  <a:ext uri="{FF2B5EF4-FFF2-40B4-BE49-F238E27FC236}">
                    <a16:creationId xmlns:a16="http://schemas.microsoft.com/office/drawing/2014/main" id="{65A0E255-1142-422E-A62A-5044177C5A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9996" y="1792288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2" name="Freeform 39">
                <a:extLst>
                  <a:ext uri="{FF2B5EF4-FFF2-40B4-BE49-F238E27FC236}">
                    <a16:creationId xmlns:a16="http://schemas.microsoft.com/office/drawing/2014/main" id="{233A955D-DB0D-42F8-B490-E01FB9C45C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94733" y="0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3" name="Freeform 40">
                <a:extLst>
                  <a:ext uri="{FF2B5EF4-FFF2-40B4-BE49-F238E27FC236}">
                    <a16:creationId xmlns:a16="http://schemas.microsoft.com/office/drawing/2014/main" id="{F0F0C29B-EB52-470C-AF64-FC54F5C250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02721" y="24288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4" name="Rectangle 41">
                <a:extLst>
                  <a:ext uri="{FF2B5EF4-FFF2-40B4-BE49-F238E27FC236}">
                    <a16:creationId xmlns:a16="http://schemas.microsoft.com/office/drawing/2014/main" id="{A6C0E942-454D-483D-84FB-89308C8F15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93208" y="0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D67890D-2E86-AD6B-FF34-15874C04E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en-US"/>
              <a:t>ChatGPT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F9ACC3-CBBD-CBC1-49BC-9463DE6ECD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252134"/>
            <a:ext cx="9905999" cy="3454399"/>
          </a:xfrm>
        </p:spPr>
        <p:txBody>
          <a:bodyPr anchor="ctr">
            <a:noAutofit/>
          </a:bodyPr>
          <a:lstStyle/>
          <a:p>
            <a:pPr>
              <a:lnSpc>
                <a:spcPct val="110000"/>
              </a:lnSpc>
            </a:pPr>
            <a:r>
              <a:rPr lang="en-US" sz="1600" dirty="0"/>
              <a:t>Complexity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Constant time:</a:t>
            </a:r>
          </a:p>
          <a:p>
            <a:pPr lvl="2">
              <a:lnSpc>
                <a:spcPct val="110000"/>
              </a:lnSpc>
            </a:pPr>
            <a:r>
              <a:rPr lang="en-US" sz="1600" dirty="0"/>
              <a:t>Apply XOR, and bit rotations to each character of the license number, constant time encryption can be achieved.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Logarithmic time:</a:t>
            </a:r>
          </a:p>
          <a:p>
            <a:pPr lvl="2">
              <a:lnSpc>
                <a:spcPct val="110000"/>
              </a:lnSpc>
            </a:pPr>
            <a:r>
              <a:rPr lang="en-US" sz="1600" dirty="0"/>
              <a:t>Encryption keys need to be stored by a balanced binary search tree. For further processing, they must be selected with a key based on a hash of the license number.</a:t>
            </a:r>
          </a:p>
          <a:p>
            <a:pPr>
              <a:lnSpc>
                <a:spcPct val="110000"/>
              </a:lnSpc>
            </a:pPr>
            <a:r>
              <a:rPr lang="en-US" sz="1600" dirty="0"/>
              <a:t>Security Analysis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Collision resistance → use a strong hash (e.g., SHA-256 or SHA-3)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Slow computation → use a memory-hard KDF like Argon2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Tamper detection → chain hashes like a blockchain</a:t>
            </a:r>
          </a:p>
        </p:txBody>
      </p:sp>
    </p:spTree>
    <p:extLst>
      <p:ext uri="{BB962C8B-B14F-4D97-AF65-F5344CB8AC3E}">
        <p14:creationId xmlns:p14="http://schemas.microsoft.com/office/powerpoint/2010/main" val="1509852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ACBC35-5C54-CCA8-6A2B-B282BF8C9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A0B38558-5389-4817-936F-FD62560CA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1" name="Rectangle 10">
              <a:extLst>
                <a:ext uri="{FF2B5EF4-FFF2-40B4-BE49-F238E27FC236}">
                  <a16:creationId xmlns:a16="http://schemas.microsoft.com/office/drawing/2014/main" id="{CCB252B9-42EF-4414-AA22-2A95C1819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" name="Picture 2">
              <a:extLst>
                <a:ext uri="{FF2B5EF4-FFF2-40B4-BE49-F238E27FC236}">
                  <a16:creationId xmlns:a16="http://schemas.microsoft.com/office/drawing/2014/main" id="{F9C2C800-C3E3-4317-A3CC-1558D71F14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" name="Picture 10" descr="Download Clear OpenAI ChatGPT Logo - Different ChatGPT Dimensions With ...">
            <a:extLst>
              <a:ext uri="{FF2B5EF4-FFF2-40B4-BE49-F238E27FC236}">
                <a16:creationId xmlns:a16="http://schemas.microsoft.com/office/drawing/2014/main" id="{14A7F1B1-8E77-4F2E-BD49-ABEF3682FB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094" r="1" b="22343"/>
          <a:stretch>
            <a:fillRect/>
          </a:stretch>
        </p:blipFill>
        <p:spPr bwMode="auto">
          <a:xfrm>
            <a:off x="3611" y="10"/>
            <a:ext cx="1218838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15502586-682B-4EDF-9515-674BB4E1CD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72533" y="0"/>
            <a:ext cx="11455400" cy="6848476"/>
            <a:chOff x="372533" y="0"/>
            <a:chExt cx="11455400" cy="6848476"/>
          </a:xfrm>
        </p:grpSpPr>
        <p:sp>
          <p:nvSpPr>
            <p:cNvPr id="15" name="Round Diagonal Corner Rectangle 7">
              <a:extLst>
                <a:ext uri="{FF2B5EF4-FFF2-40B4-BE49-F238E27FC236}">
                  <a16:creationId xmlns:a16="http://schemas.microsoft.com/office/drawing/2014/main" id="{C4491F87-B86B-413A-ACCD-56525E533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22867" y="766234"/>
              <a:ext cx="10346266" cy="5325532"/>
            </a:xfrm>
            <a:prstGeom prst="round2DiagRect">
              <a:avLst>
                <a:gd name="adj1" fmla="val 4147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4A25545-7FDA-465A-8546-9D927F828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085512" y="0"/>
              <a:ext cx="650875" cy="1730375"/>
              <a:chOff x="11347978" y="0"/>
              <a:chExt cx="650875" cy="1730375"/>
            </a:xfrm>
          </p:grpSpPr>
          <p:sp>
            <p:nvSpPr>
              <p:cNvPr id="36" name="Freeform 32">
                <a:extLst>
                  <a:ext uri="{FF2B5EF4-FFF2-40B4-BE49-F238E27FC236}">
                    <a16:creationId xmlns:a16="http://schemas.microsoft.com/office/drawing/2014/main" id="{0AC67F09-E0D9-410A-A4DE-72D31697EB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67041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Freeform 33">
                <a:extLst>
                  <a:ext uri="{FF2B5EF4-FFF2-40B4-BE49-F238E27FC236}">
                    <a16:creationId xmlns:a16="http://schemas.microsoft.com/office/drawing/2014/main" id="{B78F2FDE-85C9-4650-919F-C35464007D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47978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34">
                <a:extLst>
                  <a:ext uri="{FF2B5EF4-FFF2-40B4-BE49-F238E27FC236}">
                    <a16:creationId xmlns:a16="http://schemas.microsoft.com/office/drawing/2014/main" id="{57DD2F8B-5242-455C-B03F-E2F6B6732E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4678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37">
                <a:extLst>
                  <a:ext uri="{FF2B5EF4-FFF2-40B4-BE49-F238E27FC236}">
                    <a16:creationId xmlns:a16="http://schemas.microsoft.com/office/drawing/2014/main" id="{B8CE3E90-8A76-4CD5-B28C-D71FF37185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94053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C374541-D033-4B72-A232-5461EEAD4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11229445" y="4867275"/>
              <a:ext cx="598488" cy="1981201"/>
              <a:chOff x="11424178" y="4867275"/>
              <a:chExt cx="598488" cy="1981201"/>
            </a:xfrm>
          </p:grpSpPr>
          <p:sp>
            <p:nvSpPr>
              <p:cNvPr id="30" name="Freeform 35">
                <a:extLst>
                  <a:ext uri="{FF2B5EF4-FFF2-40B4-BE49-F238E27FC236}">
                    <a16:creationId xmlns:a16="http://schemas.microsoft.com/office/drawing/2014/main" id="{94766BAB-FE6E-4247-886B-736F831FEB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14666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36">
                <a:extLst>
                  <a:ext uri="{FF2B5EF4-FFF2-40B4-BE49-F238E27FC236}">
                    <a16:creationId xmlns:a16="http://schemas.microsoft.com/office/drawing/2014/main" id="{3C954FB2-C7A0-468C-8AD2-C278DCA642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55966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38">
                <a:extLst>
                  <a:ext uri="{FF2B5EF4-FFF2-40B4-BE49-F238E27FC236}">
                    <a16:creationId xmlns:a16="http://schemas.microsoft.com/office/drawing/2014/main" id="{F52FBFD5-A528-4DB8-A802-814A7E421D6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9441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9">
                <a:extLst>
                  <a:ext uri="{FF2B5EF4-FFF2-40B4-BE49-F238E27FC236}">
                    <a16:creationId xmlns:a16="http://schemas.microsoft.com/office/drawing/2014/main" id="{E57CCB6D-72AF-4D41-8C6C-9750D43DC6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24178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40">
                <a:extLst>
                  <a:ext uri="{FF2B5EF4-FFF2-40B4-BE49-F238E27FC236}">
                    <a16:creationId xmlns:a16="http://schemas.microsoft.com/office/drawing/2014/main" id="{19D203AA-CF94-405B-800C-0C79855218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32166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Rectangle 41">
                <a:extLst>
                  <a:ext uri="{FF2B5EF4-FFF2-40B4-BE49-F238E27FC236}">
                    <a16:creationId xmlns:a16="http://schemas.microsoft.com/office/drawing/2014/main" id="{7D053665-E810-419F-9D63-2A54CB4773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22653" y="6596063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EAF6153-6BF6-448C-81C1-2817B0F780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440267" y="5118101"/>
              <a:ext cx="650875" cy="1730375"/>
              <a:chOff x="118533" y="5118101"/>
              <a:chExt cx="650875" cy="1730375"/>
            </a:xfrm>
          </p:grpSpPr>
          <p:sp>
            <p:nvSpPr>
              <p:cNvPr id="26" name="Freeform 32">
                <a:extLst>
                  <a:ext uri="{FF2B5EF4-FFF2-40B4-BE49-F238E27FC236}">
                    <a16:creationId xmlns:a16="http://schemas.microsoft.com/office/drawing/2014/main" id="{A7E0D3C0-552C-4741-AFBE-E665CEA068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37596" y="6335713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33">
                <a:extLst>
                  <a:ext uri="{FF2B5EF4-FFF2-40B4-BE49-F238E27FC236}">
                    <a16:creationId xmlns:a16="http://schemas.microsoft.com/office/drawing/2014/main" id="{CAF96EBF-4E74-4F88-BD05-A4AE1694A4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18533" y="622141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34">
                <a:extLst>
                  <a:ext uri="{FF2B5EF4-FFF2-40B4-BE49-F238E27FC236}">
                    <a16:creationId xmlns:a16="http://schemas.microsoft.com/office/drawing/2014/main" id="{D49C51B9-E4E4-410D-8AAB-7E308A1D45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5233" y="5118101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37">
                <a:extLst>
                  <a:ext uri="{FF2B5EF4-FFF2-40B4-BE49-F238E27FC236}">
                    <a16:creationId xmlns:a16="http://schemas.microsoft.com/office/drawing/2014/main" id="{354F0627-1BD6-4455-967A-32DB31C82C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464608" y="5299075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C21AED9-0CB5-426C-A1C4-6EEB548050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72533" y="0"/>
              <a:ext cx="598488" cy="1981201"/>
              <a:chOff x="194733" y="0"/>
              <a:chExt cx="598488" cy="1981201"/>
            </a:xfrm>
          </p:grpSpPr>
          <p:sp>
            <p:nvSpPr>
              <p:cNvPr id="20" name="Freeform 35">
                <a:extLst>
                  <a:ext uri="{FF2B5EF4-FFF2-40B4-BE49-F238E27FC236}">
                    <a16:creationId xmlns:a16="http://schemas.microsoft.com/office/drawing/2014/main" id="{8D8A778B-9916-47AC-A28A-07F01A83F4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85221" y="0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36">
                <a:extLst>
                  <a:ext uri="{FF2B5EF4-FFF2-40B4-BE49-F238E27FC236}">
                    <a16:creationId xmlns:a16="http://schemas.microsoft.com/office/drawing/2014/main" id="{65323B96-DF0E-463C-B290-C22D3C55324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526521" y="1141413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38">
                <a:extLst>
                  <a:ext uri="{FF2B5EF4-FFF2-40B4-BE49-F238E27FC236}">
                    <a16:creationId xmlns:a16="http://schemas.microsoft.com/office/drawing/2014/main" id="{65A0E255-1142-422E-A62A-5044177C5A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9996" y="1792288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39">
                <a:extLst>
                  <a:ext uri="{FF2B5EF4-FFF2-40B4-BE49-F238E27FC236}">
                    <a16:creationId xmlns:a16="http://schemas.microsoft.com/office/drawing/2014/main" id="{233A955D-DB0D-42F8-B490-E01FB9C45C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94733" y="0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40">
                <a:extLst>
                  <a:ext uri="{FF2B5EF4-FFF2-40B4-BE49-F238E27FC236}">
                    <a16:creationId xmlns:a16="http://schemas.microsoft.com/office/drawing/2014/main" id="{F0F0C29B-EB52-470C-AF64-FC54F5C250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02721" y="24288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Rectangle 41">
                <a:extLst>
                  <a:ext uri="{FF2B5EF4-FFF2-40B4-BE49-F238E27FC236}">
                    <a16:creationId xmlns:a16="http://schemas.microsoft.com/office/drawing/2014/main" id="{A6C0E942-454D-483D-84FB-89308C8F15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93208" y="0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BD4C61D-1E86-2376-656A-827728C4A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en-US"/>
              <a:t>ChatGPT Evaluation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105BD97F-88FC-7D2D-6D0A-263599A307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252134"/>
            <a:ext cx="9905999" cy="3454399"/>
          </a:xfrm>
        </p:spPr>
        <p:txBody>
          <a:bodyPr anchor="ctr">
            <a:normAutofit/>
          </a:bodyPr>
          <a:lstStyle/>
          <a:p>
            <a:r>
              <a:rPr lang="en-US" sz="2000"/>
              <a:t>Successfully interpreted prompts and generated solutions</a:t>
            </a:r>
          </a:p>
          <a:p>
            <a:r>
              <a:rPr lang="en-US" sz="2000"/>
              <a:t>Breaking prompts into sections improved logic and thoroughness</a:t>
            </a:r>
          </a:p>
          <a:p>
            <a:r>
              <a:rPr lang="en-US" sz="2000"/>
              <a:t>Handled complex requirements and organized effectively</a:t>
            </a:r>
          </a:p>
          <a:p>
            <a:r>
              <a:rPr lang="en-US" sz="2000"/>
              <a:t>Used tables/structure for clear problem organization</a:t>
            </a:r>
          </a:p>
          <a:p>
            <a:r>
              <a:rPr lang="en-US" sz="2000"/>
              <a:t>Produced fast solutions with detailed explanations</a:t>
            </a:r>
          </a:p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13641785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8D8C8F-346C-BDF5-BC5B-7F873CA0B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55" name="Group 2054">
            <a:extLst>
              <a:ext uri="{FF2B5EF4-FFF2-40B4-BE49-F238E27FC236}">
                <a16:creationId xmlns:a16="http://schemas.microsoft.com/office/drawing/2014/main" id="{A0B38558-5389-4817-936F-FD62560CA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2056" name="Rectangle 2055">
              <a:extLst>
                <a:ext uri="{FF2B5EF4-FFF2-40B4-BE49-F238E27FC236}">
                  <a16:creationId xmlns:a16="http://schemas.microsoft.com/office/drawing/2014/main" id="{CCB252B9-42EF-4414-AA22-2A95C1819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057" name="Picture 2">
              <a:extLst>
                <a:ext uri="{FF2B5EF4-FFF2-40B4-BE49-F238E27FC236}">
                  <a16:creationId xmlns:a16="http://schemas.microsoft.com/office/drawing/2014/main" id="{F9C2C800-C3E3-4317-A3CC-1558D71F14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0" name="Picture 2" descr="Gemini (Google) Logo 免费下载 SVG, PNG, ... · LobeHub">
            <a:extLst>
              <a:ext uri="{FF2B5EF4-FFF2-40B4-BE49-F238E27FC236}">
                <a16:creationId xmlns:a16="http://schemas.microsoft.com/office/drawing/2014/main" id="{BBA7D86F-171C-4C01-9D41-D918484CFF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700" b="21034"/>
          <a:stretch>
            <a:fillRect/>
          </a:stretch>
        </p:blipFill>
        <p:spPr bwMode="auto">
          <a:xfrm flipH="1">
            <a:off x="3611" y="10"/>
            <a:ext cx="1218838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15502586-682B-4EDF-9515-674BB4E1CD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72533" y="0"/>
            <a:ext cx="11455400" cy="6848476"/>
            <a:chOff x="372533" y="0"/>
            <a:chExt cx="11455400" cy="6848476"/>
          </a:xfrm>
        </p:grpSpPr>
        <p:sp>
          <p:nvSpPr>
            <p:cNvPr id="2060" name="Round Diagonal Corner Rectangle 7">
              <a:extLst>
                <a:ext uri="{FF2B5EF4-FFF2-40B4-BE49-F238E27FC236}">
                  <a16:creationId xmlns:a16="http://schemas.microsoft.com/office/drawing/2014/main" id="{C4491F87-B86B-413A-ACCD-56525E533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22867" y="766234"/>
              <a:ext cx="10346266" cy="5325532"/>
            </a:xfrm>
            <a:prstGeom prst="round2DiagRect">
              <a:avLst>
                <a:gd name="adj1" fmla="val 4147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61" name="Group 2060">
              <a:extLst>
                <a:ext uri="{FF2B5EF4-FFF2-40B4-BE49-F238E27FC236}">
                  <a16:creationId xmlns:a16="http://schemas.microsoft.com/office/drawing/2014/main" id="{04A25545-7FDA-465A-8546-9D927F828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085512" y="0"/>
              <a:ext cx="650875" cy="1730375"/>
              <a:chOff x="11347978" y="0"/>
              <a:chExt cx="650875" cy="1730375"/>
            </a:xfrm>
          </p:grpSpPr>
          <p:sp>
            <p:nvSpPr>
              <p:cNvPr id="2081" name="Freeform 32">
                <a:extLst>
                  <a:ext uri="{FF2B5EF4-FFF2-40B4-BE49-F238E27FC236}">
                    <a16:creationId xmlns:a16="http://schemas.microsoft.com/office/drawing/2014/main" id="{0AC67F09-E0D9-410A-A4DE-72D31697EB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67041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82" name="Freeform 33">
                <a:extLst>
                  <a:ext uri="{FF2B5EF4-FFF2-40B4-BE49-F238E27FC236}">
                    <a16:creationId xmlns:a16="http://schemas.microsoft.com/office/drawing/2014/main" id="{B78F2FDE-85C9-4650-919F-C35464007D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47978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83" name="Freeform 34">
                <a:extLst>
                  <a:ext uri="{FF2B5EF4-FFF2-40B4-BE49-F238E27FC236}">
                    <a16:creationId xmlns:a16="http://schemas.microsoft.com/office/drawing/2014/main" id="{57DD2F8B-5242-455C-B03F-E2F6B6732E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4678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84" name="Freeform 37">
                <a:extLst>
                  <a:ext uri="{FF2B5EF4-FFF2-40B4-BE49-F238E27FC236}">
                    <a16:creationId xmlns:a16="http://schemas.microsoft.com/office/drawing/2014/main" id="{B8CE3E90-8A76-4CD5-B28C-D71FF37185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94053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2" name="Group 2061">
              <a:extLst>
                <a:ext uri="{FF2B5EF4-FFF2-40B4-BE49-F238E27FC236}">
                  <a16:creationId xmlns:a16="http://schemas.microsoft.com/office/drawing/2014/main" id="{4C374541-D033-4B72-A232-5461EEAD4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11229445" y="4867275"/>
              <a:ext cx="598488" cy="1981201"/>
              <a:chOff x="11424178" y="4867275"/>
              <a:chExt cx="598488" cy="1981201"/>
            </a:xfrm>
          </p:grpSpPr>
          <p:sp>
            <p:nvSpPr>
              <p:cNvPr id="2075" name="Freeform 35">
                <a:extLst>
                  <a:ext uri="{FF2B5EF4-FFF2-40B4-BE49-F238E27FC236}">
                    <a16:creationId xmlns:a16="http://schemas.microsoft.com/office/drawing/2014/main" id="{94766BAB-FE6E-4247-886B-736F831FEB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14666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6" name="Freeform 36">
                <a:extLst>
                  <a:ext uri="{FF2B5EF4-FFF2-40B4-BE49-F238E27FC236}">
                    <a16:creationId xmlns:a16="http://schemas.microsoft.com/office/drawing/2014/main" id="{3C954FB2-C7A0-468C-8AD2-C278DCA642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55966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7" name="Freeform 38">
                <a:extLst>
                  <a:ext uri="{FF2B5EF4-FFF2-40B4-BE49-F238E27FC236}">
                    <a16:creationId xmlns:a16="http://schemas.microsoft.com/office/drawing/2014/main" id="{F52FBFD5-A528-4DB8-A802-814A7E421D6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9441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8" name="Freeform 39">
                <a:extLst>
                  <a:ext uri="{FF2B5EF4-FFF2-40B4-BE49-F238E27FC236}">
                    <a16:creationId xmlns:a16="http://schemas.microsoft.com/office/drawing/2014/main" id="{E57CCB6D-72AF-4D41-8C6C-9750D43DC6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24178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9" name="Freeform 40">
                <a:extLst>
                  <a:ext uri="{FF2B5EF4-FFF2-40B4-BE49-F238E27FC236}">
                    <a16:creationId xmlns:a16="http://schemas.microsoft.com/office/drawing/2014/main" id="{19D203AA-CF94-405B-800C-0C79855218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32166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80" name="Rectangle 41">
                <a:extLst>
                  <a:ext uri="{FF2B5EF4-FFF2-40B4-BE49-F238E27FC236}">
                    <a16:creationId xmlns:a16="http://schemas.microsoft.com/office/drawing/2014/main" id="{7D053665-E810-419F-9D63-2A54CB4773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22653" y="6596063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3" name="Group 2062">
              <a:extLst>
                <a:ext uri="{FF2B5EF4-FFF2-40B4-BE49-F238E27FC236}">
                  <a16:creationId xmlns:a16="http://schemas.microsoft.com/office/drawing/2014/main" id="{DEAF6153-6BF6-448C-81C1-2817B0F780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440267" y="5118101"/>
              <a:ext cx="650875" cy="1730375"/>
              <a:chOff x="118533" y="5118101"/>
              <a:chExt cx="650875" cy="1730375"/>
            </a:xfrm>
          </p:grpSpPr>
          <p:sp>
            <p:nvSpPr>
              <p:cNvPr id="2071" name="Freeform 32">
                <a:extLst>
                  <a:ext uri="{FF2B5EF4-FFF2-40B4-BE49-F238E27FC236}">
                    <a16:creationId xmlns:a16="http://schemas.microsoft.com/office/drawing/2014/main" id="{A7E0D3C0-552C-4741-AFBE-E665CEA068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37596" y="6335713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2" name="Freeform 33">
                <a:extLst>
                  <a:ext uri="{FF2B5EF4-FFF2-40B4-BE49-F238E27FC236}">
                    <a16:creationId xmlns:a16="http://schemas.microsoft.com/office/drawing/2014/main" id="{CAF96EBF-4E74-4F88-BD05-A4AE1694A4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18533" y="622141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3" name="Freeform 34">
                <a:extLst>
                  <a:ext uri="{FF2B5EF4-FFF2-40B4-BE49-F238E27FC236}">
                    <a16:creationId xmlns:a16="http://schemas.microsoft.com/office/drawing/2014/main" id="{D49C51B9-E4E4-410D-8AAB-7E308A1D45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5233" y="5118101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4" name="Freeform 37">
                <a:extLst>
                  <a:ext uri="{FF2B5EF4-FFF2-40B4-BE49-F238E27FC236}">
                    <a16:creationId xmlns:a16="http://schemas.microsoft.com/office/drawing/2014/main" id="{354F0627-1BD6-4455-967A-32DB31C82C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464608" y="5299075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4" name="Group 2063">
              <a:extLst>
                <a:ext uri="{FF2B5EF4-FFF2-40B4-BE49-F238E27FC236}">
                  <a16:creationId xmlns:a16="http://schemas.microsoft.com/office/drawing/2014/main" id="{BC21AED9-0CB5-426C-A1C4-6EEB548050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72533" y="0"/>
              <a:ext cx="598488" cy="1981201"/>
              <a:chOff x="194733" y="0"/>
              <a:chExt cx="598488" cy="1981201"/>
            </a:xfrm>
          </p:grpSpPr>
          <p:sp>
            <p:nvSpPr>
              <p:cNvPr id="2065" name="Freeform 35">
                <a:extLst>
                  <a:ext uri="{FF2B5EF4-FFF2-40B4-BE49-F238E27FC236}">
                    <a16:creationId xmlns:a16="http://schemas.microsoft.com/office/drawing/2014/main" id="{8D8A778B-9916-47AC-A28A-07F01A83F4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85221" y="0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6" name="Freeform 36">
                <a:extLst>
                  <a:ext uri="{FF2B5EF4-FFF2-40B4-BE49-F238E27FC236}">
                    <a16:creationId xmlns:a16="http://schemas.microsoft.com/office/drawing/2014/main" id="{65323B96-DF0E-463C-B290-C22D3C55324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526521" y="1141413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7" name="Freeform 38">
                <a:extLst>
                  <a:ext uri="{FF2B5EF4-FFF2-40B4-BE49-F238E27FC236}">
                    <a16:creationId xmlns:a16="http://schemas.microsoft.com/office/drawing/2014/main" id="{65A0E255-1142-422E-A62A-5044177C5A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9996" y="1792288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8" name="Freeform 39">
                <a:extLst>
                  <a:ext uri="{FF2B5EF4-FFF2-40B4-BE49-F238E27FC236}">
                    <a16:creationId xmlns:a16="http://schemas.microsoft.com/office/drawing/2014/main" id="{233A955D-DB0D-42F8-B490-E01FB9C45C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94733" y="0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9" name="Freeform 40">
                <a:extLst>
                  <a:ext uri="{FF2B5EF4-FFF2-40B4-BE49-F238E27FC236}">
                    <a16:creationId xmlns:a16="http://schemas.microsoft.com/office/drawing/2014/main" id="{F0F0C29B-EB52-470C-AF64-FC54F5C250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02721" y="24288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" name="Rectangle 41">
                <a:extLst>
                  <a:ext uri="{FF2B5EF4-FFF2-40B4-BE49-F238E27FC236}">
                    <a16:creationId xmlns:a16="http://schemas.microsoft.com/office/drawing/2014/main" id="{A6C0E942-454D-483D-84FB-89308C8F15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93208" y="0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9C2134D-EEA1-AD08-10C3-6C6B8FAE1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en-US"/>
              <a:t>Gemini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346821-72B6-6500-0CD9-CBB4A9C4EF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252134"/>
            <a:ext cx="9905999" cy="3454399"/>
          </a:xfrm>
        </p:spPr>
        <p:txBody>
          <a:bodyPr anchor="ctr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800" dirty="0"/>
              <a:t>Algorithm Selection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Use salted Hashing with Argon2id or </a:t>
            </a:r>
            <a:r>
              <a:rPr lang="en-US" sz="1800" dirty="0" err="1"/>
              <a:t>Bcrypt</a:t>
            </a:r>
            <a:endParaRPr lang="en-US" sz="1800" dirty="0"/>
          </a:p>
          <a:p>
            <a:pPr lvl="1">
              <a:lnSpc>
                <a:spcPct val="110000"/>
              </a:lnSpc>
            </a:pPr>
            <a:r>
              <a:rPr lang="en-US" sz="1800" dirty="0"/>
              <a:t>Protection against brute-force and hardware-accelerated attacks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Storing a unique, non-reversible hash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Optimization 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AES-GCM is parallelizable, critical for hitting 5GB/</a:t>
            </a:r>
            <a:r>
              <a:rPr lang="en-US" sz="1800" dirty="0" err="1"/>
              <a:t>hr</a:t>
            </a:r>
            <a:endParaRPr lang="en-US" sz="1800" dirty="0"/>
          </a:p>
          <a:p>
            <a:pPr lvl="1">
              <a:lnSpc>
                <a:spcPct val="110000"/>
              </a:lnSpc>
            </a:pPr>
            <a:r>
              <a:rPr lang="en-US" sz="1800" dirty="0"/>
              <a:t>AES-GCM combines encryption and authentication into one operation, reducing total overhead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Break 5GB data into smaller blocks of 64KB or 128KB, to keep individual transaction latency low</a:t>
            </a:r>
          </a:p>
        </p:txBody>
      </p:sp>
    </p:spTree>
    <p:extLst>
      <p:ext uri="{BB962C8B-B14F-4D97-AF65-F5344CB8AC3E}">
        <p14:creationId xmlns:p14="http://schemas.microsoft.com/office/powerpoint/2010/main" val="33193102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C6F1F5-AE5F-4189-B8AB-880571B02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55" name="Group 2054">
            <a:extLst>
              <a:ext uri="{FF2B5EF4-FFF2-40B4-BE49-F238E27FC236}">
                <a16:creationId xmlns:a16="http://schemas.microsoft.com/office/drawing/2014/main" id="{A0B38558-5389-4817-936F-FD62560CA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2056" name="Rectangle 2055">
              <a:extLst>
                <a:ext uri="{FF2B5EF4-FFF2-40B4-BE49-F238E27FC236}">
                  <a16:creationId xmlns:a16="http://schemas.microsoft.com/office/drawing/2014/main" id="{CCB252B9-42EF-4414-AA22-2A95C1819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057" name="Picture 2">
              <a:extLst>
                <a:ext uri="{FF2B5EF4-FFF2-40B4-BE49-F238E27FC236}">
                  <a16:creationId xmlns:a16="http://schemas.microsoft.com/office/drawing/2014/main" id="{F9C2C800-C3E3-4317-A3CC-1558D71F14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0" name="Picture 2" descr="Gemini (Google) Logo 免费下载 SVG, PNG, ... · LobeHub">
            <a:extLst>
              <a:ext uri="{FF2B5EF4-FFF2-40B4-BE49-F238E27FC236}">
                <a16:creationId xmlns:a16="http://schemas.microsoft.com/office/drawing/2014/main" id="{0B63A316-EE1A-433B-B211-350C479D98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700" b="21034"/>
          <a:stretch>
            <a:fillRect/>
          </a:stretch>
        </p:blipFill>
        <p:spPr bwMode="auto">
          <a:xfrm flipH="1">
            <a:off x="3611" y="10"/>
            <a:ext cx="1218838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15502586-682B-4EDF-9515-674BB4E1CD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72533" y="0"/>
            <a:ext cx="11455400" cy="6848476"/>
            <a:chOff x="372533" y="0"/>
            <a:chExt cx="11455400" cy="6848476"/>
          </a:xfrm>
        </p:grpSpPr>
        <p:sp>
          <p:nvSpPr>
            <p:cNvPr id="2060" name="Round Diagonal Corner Rectangle 7">
              <a:extLst>
                <a:ext uri="{FF2B5EF4-FFF2-40B4-BE49-F238E27FC236}">
                  <a16:creationId xmlns:a16="http://schemas.microsoft.com/office/drawing/2014/main" id="{C4491F87-B86B-413A-ACCD-56525E533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22867" y="766234"/>
              <a:ext cx="10346266" cy="5325532"/>
            </a:xfrm>
            <a:prstGeom prst="round2DiagRect">
              <a:avLst>
                <a:gd name="adj1" fmla="val 4147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61" name="Group 2060">
              <a:extLst>
                <a:ext uri="{FF2B5EF4-FFF2-40B4-BE49-F238E27FC236}">
                  <a16:creationId xmlns:a16="http://schemas.microsoft.com/office/drawing/2014/main" id="{04A25545-7FDA-465A-8546-9D927F828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085512" y="0"/>
              <a:ext cx="650875" cy="1730375"/>
              <a:chOff x="11347978" y="0"/>
              <a:chExt cx="650875" cy="1730375"/>
            </a:xfrm>
          </p:grpSpPr>
          <p:sp>
            <p:nvSpPr>
              <p:cNvPr id="2081" name="Freeform 32">
                <a:extLst>
                  <a:ext uri="{FF2B5EF4-FFF2-40B4-BE49-F238E27FC236}">
                    <a16:creationId xmlns:a16="http://schemas.microsoft.com/office/drawing/2014/main" id="{0AC67F09-E0D9-410A-A4DE-72D31697EB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67041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82" name="Freeform 33">
                <a:extLst>
                  <a:ext uri="{FF2B5EF4-FFF2-40B4-BE49-F238E27FC236}">
                    <a16:creationId xmlns:a16="http://schemas.microsoft.com/office/drawing/2014/main" id="{B78F2FDE-85C9-4650-919F-C35464007D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47978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83" name="Freeform 34">
                <a:extLst>
                  <a:ext uri="{FF2B5EF4-FFF2-40B4-BE49-F238E27FC236}">
                    <a16:creationId xmlns:a16="http://schemas.microsoft.com/office/drawing/2014/main" id="{57DD2F8B-5242-455C-B03F-E2F6B6732E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4678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84" name="Freeform 37">
                <a:extLst>
                  <a:ext uri="{FF2B5EF4-FFF2-40B4-BE49-F238E27FC236}">
                    <a16:creationId xmlns:a16="http://schemas.microsoft.com/office/drawing/2014/main" id="{B8CE3E90-8A76-4CD5-B28C-D71FF37185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94053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2" name="Group 2061">
              <a:extLst>
                <a:ext uri="{FF2B5EF4-FFF2-40B4-BE49-F238E27FC236}">
                  <a16:creationId xmlns:a16="http://schemas.microsoft.com/office/drawing/2014/main" id="{4C374541-D033-4B72-A232-5461EEAD4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11229445" y="4867275"/>
              <a:ext cx="598488" cy="1981201"/>
              <a:chOff x="11424178" y="4867275"/>
              <a:chExt cx="598488" cy="1981201"/>
            </a:xfrm>
          </p:grpSpPr>
          <p:sp>
            <p:nvSpPr>
              <p:cNvPr id="2075" name="Freeform 35">
                <a:extLst>
                  <a:ext uri="{FF2B5EF4-FFF2-40B4-BE49-F238E27FC236}">
                    <a16:creationId xmlns:a16="http://schemas.microsoft.com/office/drawing/2014/main" id="{94766BAB-FE6E-4247-886B-736F831FEB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14666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6" name="Freeform 36">
                <a:extLst>
                  <a:ext uri="{FF2B5EF4-FFF2-40B4-BE49-F238E27FC236}">
                    <a16:creationId xmlns:a16="http://schemas.microsoft.com/office/drawing/2014/main" id="{3C954FB2-C7A0-468C-8AD2-C278DCA642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55966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7" name="Freeform 38">
                <a:extLst>
                  <a:ext uri="{FF2B5EF4-FFF2-40B4-BE49-F238E27FC236}">
                    <a16:creationId xmlns:a16="http://schemas.microsoft.com/office/drawing/2014/main" id="{F52FBFD5-A528-4DB8-A802-814A7E421D6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9441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8" name="Freeform 39">
                <a:extLst>
                  <a:ext uri="{FF2B5EF4-FFF2-40B4-BE49-F238E27FC236}">
                    <a16:creationId xmlns:a16="http://schemas.microsoft.com/office/drawing/2014/main" id="{E57CCB6D-72AF-4D41-8C6C-9750D43DC6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24178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9" name="Freeform 40">
                <a:extLst>
                  <a:ext uri="{FF2B5EF4-FFF2-40B4-BE49-F238E27FC236}">
                    <a16:creationId xmlns:a16="http://schemas.microsoft.com/office/drawing/2014/main" id="{19D203AA-CF94-405B-800C-0C79855218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32166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80" name="Rectangle 41">
                <a:extLst>
                  <a:ext uri="{FF2B5EF4-FFF2-40B4-BE49-F238E27FC236}">
                    <a16:creationId xmlns:a16="http://schemas.microsoft.com/office/drawing/2014/main" id="{7D053665-E810-419F-9D63-2A54CB4773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22653" y="6596063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3" name="Group 2062">
              <a:extLst>
                <a:ext uri="{FF2B5EF4-FFF2-40B4-BE49-F238E27FC236}">
                  <a16:creationId xmlns:a16="http://schemas.microsoft.com/office/drawing/2014/main" id="{DEAF6153-6BF6-448C-81C1-2817B0F780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440267" y="5118101"/>
              <a:ext cx="650875" cy="1730375"/>
              <a:chOff x="118533" y="5118101"/>
              <a:chExt cx="650875" cy="1730375"/>
            </a:xfrm>
          </p:grpSpPr>
          <p:sp>
            <p:nvSpPr>
              <p:cNvPr id="2071" name="Freeform 32">
                <a:extLst>
                  <a:ext uri="{FF2B5EF4-FFF2-40B4-BE49-F238E27FC236}">
                    <a16:creationId xmlns:a16="http://schemas.microsoft.com/office/drawing/2014/main" id="{A7E0D3C0-552C-4741-AFBE-E665CEA068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37596" y="6335713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2" name="Freeform 33">
                <a:extLst>
                  <a:ext uri="{FF2B5EF4-FFF2-40B4-BE49-F238E27FC236}">
                    <a16:creationId xmlns:a16="http://schemas.microsoft.com/office/drawing/2014/main" id="{CAF96EBF-4E74-4F88-BD05-A4AE1694A4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18533" y="622141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3" name="Freeform 34">
                <a:extLst>
                  <a:ext uri="{FF2B5EF4-FFF2-40B4-BE49-F238E27FC236}">
                    <a16:creationId xmlns:a16="http://schemas.microsoft.com/office/drawing/2014/main" id="{D49C51B9-E4E4-410D-8AAB-7E308A1D45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5233" y="5118101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4" name="Freeform 37">
                <a:extLst>
                  <a:ext uri="{FF2B5EF4-FFF2-40B4-BE49-F238E27FC236}">
                    <a16:creationId xmlns:a16="http://schemas.microsoft.com/office/drawing/2014/main" id="{354F0627-1BD6-4455-967A-32DB31C82C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464608" y="5299075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4" name="Group 2063">
              <a:extLst>
                <a:ext uri="{FF2B5EF4-FFF2-40B4-BE49-F238E27FC236}">
                  <a16:creationId xmlns:a16="http://schemas.microsoft.com/office/drawing/2014/main" id="{BC21AED9-0CB5-426C-A1C4-6EEB548050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72533" y="0"/>
              <a:ext cx="598488" cy="1981201"/>
              <a:chOff x="194733" y="0"/>
              <a:chExt cx="598488" cy="1981201"/>
            </a:xfrm>
          </p:grpSpPr>
          <p:sp>
            <p:nvSpPr>
              <p:cNvPr id="2065" name="Freeform 35">
                <a:extLst>
                  <a:ext uri="{FF2B5EF4-FFF2-40B4-BE49-F238E27FC236}">
                    <a16:creationId xmlns:a16="http://schemas.microsoft.com/office/drawing/2014/main" id="{8D8A778B-9916-47AC-A28A-07F01A83F4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85221" y="0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6" name="Freeform 36">
                <a:extLst>
                  <a:ext uri="{FF2B5EF4-FFF2-40B4-BE49-F238E27FC236}">
                    <a16:creationId xmlns:a16="http://schemas.microsoft.com/office/drawing/2014/main" id="{65323B96-DF0E-463C-B290-C22D3C55324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526521" y="1141413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7" name="Freeform 38">
                <a:extLst>
                  <a:ext uri="{FF2B5EF4-FFF2-40B4-BE49-F238E27FC236}">
                    <a16:creationId xmlns:a16="http://schemas.microsoft.com/office/drawing/2014/main" id="{65A0E255-1142-422E-A62A-5044177C5A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9996" y="1792288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8" name="Freeform 39">
                <a:extLst>
                  <a:ext uri="{FF2B5EF4-FFF2-40B4-BE49-F238E27FC236}">
                    <a16:creationId xmlns:a16="http://schemas.microsoft.com/office/drawing/2014/main" id="{233A955D-DB0D-42F8-B490-E01FB9C45C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94733" y="0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9" name="Freeform 40">
                <a:extLst>
                  <a:ext uri="{FF2B5EF4-FFF2-40B4-BE49-F238E27FC236}">
                    <a16:creationId xmlns:a16="http://schemas.microsoft.com/office/drawing/2014/main" id="{F0F0C29B-EB52-470C-AF64-FC54F5C250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02721" y="24288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" name="Rectangle 41">
                <a:extLst>
                  <a:ext uri="{FF2B5EF4-FFF2-40B4-BE49-F238E27FC236}">
                    <a16:creationId xmlns:a16="http://schemas.microsoft.com/office/drawing/2014/main" id="{A6C0E942-454D-483D-84FB-89308C8F15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93208" y="0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2A577F9-79E7-DF8E-0984-E3C81447B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en-US"/>
              <a:t>Gemini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7FF01-BA8A-03ED-AE08-76F8717A1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252134"/>
            <a:ext cx="9905999" cy="3454399"/>
          </a:xfrm>
        </p:spPr>
        <p:txBody>
          <a:bodyPr anchor="ctr">
            <a:noAutofit/>
          </a:bodyPr>
          <a:lstStyle/>
          <a:p>
            <a:pPr>
              <a:lnSpc>
                <a:spcPct val="110000"/>
              </a:lnSpc>
            </a:pPr>
            <a:r>
              <a:rPr lang="en-US" sz="1600" dirty="0"/>
              <a:t>Complexity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Constant time:</a:t>
            </a:r>
          </a:p>
          <a:p>
            <a:pPr lvl="2">
              <a:lnSpc>
                <a:spcPct val="110000"/>
              </a:lnSpc>
            </a:pPr>
            <a:r>
              <a:rPr lang="en-US" sz="1600" dirty="0"/>
              <a:t>Hide a number by mixing it with a secret key and rearranging its bits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Logarithmic time:</a:t>
            </a:r>
          </a:p>
          <a:p>
            <a:pPr lvl="2">
              <a:lnSpc>
                <a:spcPct val="110000"/>
              </a:lnSpc>
            </a:pPr>
            <a:r>
              <a:rPr lang="en-US" sz="1600" dirty="0"/>
              <a:t>Repeatedly scramble a number multiple times, proportional to the size of the number in bits</a:t>
            </a:r>
          </a:p>
          <a:p>
            <a:pPr lvl="2">
              <a:lnSpc>
                <a:spcPct val="110000"/>
              </a:lnSpc>
            </a:pPr>
            <a:r>
              <a:rPr lang="en-US" sz="1600" dirty="0"/>
              <a:t>Each scramble, use a slightly different key and rotate the bits</a:t>
            </a:r>
          </a:p>
          <a:p>
            <a:pPr>
              <a:lnSpc>
                <a:spcPct val="110000"/>
              </a:lnSpc>
            </a:pPr>
            <a:r>
              <a:rPr lang="en-US" sz="1600" dirty="0"/>
              <a:t>Security Analysis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Suggested a hash tree but did not recommend a specific hashing algorithm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Slow computation → use a memory-hard function; Argon2id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Tamper detection → each transaction hash should include the hash of the previous transaction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Quantum resistance → use 512-bit output lengths to resist future Grover’s algorithm-based attacks</a:t>
            </a:r>
          </a:p>
        </p:txBody>
      </p:sp>
    </p:spTree>
    <p:extLst>
      <p:ext uri="{BB962C8B-B14F-4D97-AF65-F5344CB8AC3E}">
        <p14:creationId xmlns:p14="http://schemas.microsoft.com/office/powerpoint/2010/main" val="21728551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AAE8D5-8680-81A2-D285-922787FE7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A0B38558-5389-4817-936F-FD62560CA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1" name="Rectangle 10">
              <a:extLst>
                <a:ext uri="{FF2B5EF4-FFF2-40B4-BE49-F238E27FC236}">
                  <a16:creationId xmlns:a16="http://schemas.microsoft.com/office/drawing/2014/main" id="{CCB252B9-42EF-4414-AA22-2A95C1819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" name="Picture 2">
              <a:extLst>
                <a:ext uri="{FF2B5EF4-FFF2-40B4-BE49-F238E27FC236}">
                  <a16:creationId xmlns:a16="http://schemas.microsoft.com/office/drawing/2014/main" id="{F9C2C800-C3E3-4317-A3CC-1558D71F14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" name="Picture 2" descr="Gemini (Google) Logo 免费下载 SVG, PNG, ... · LobeHub">
            <a:extLst>
              <a:ext uri="{FF2B5EF4-FFF2-40B4-BE49-F238E27FC236}">
                <a16:creationId xmlns:a16="http://schemas.microsoft.com/office/drawing/2014/main" id="{282928DD-8C27-FF36-1C3E-A059F9BA8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700" b="21034"/>
          <a:stretch>
            <a:fillRect/>
          </a:stretch>
        </p:blipFill>
        <p:spPr bwMode="auto">
          <a:xfrm flipH="1">
            <a:off x="3611" y="10"/>
            <a:ext cx="1218838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15502586-682B-4EDF-9515-674BB4E1CD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72533" y="0"/>
            <a:ext cx="11455400" cy="6848476"/>
            <a:chOff x="372533" y="0"/>
            <a:chExt cx="11455400" cy="6848476"/>
          </a:xfrm>
        </p:grpSpPr>
        <p:sp>
          <p:nvSpPr>
            <p:cNvPr id="15" name="Round Diagonal Corner Rectangle 7">
              <a:extLst>
                <a:ext uri="{FF2B5EF4-FFF2-40B4-BE49-F238E27FC236}">
                  <a16:creationId xmlns:a16="http://schemas.microsoft.com/office/drawing/2014/main" id="{C4491F87-B86B-413A-ACCD-56525E533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22867" y="766234"/>
              <a:ext cx="10346266" cy="5325532"/>
            </a:xfrm>
            <a:prstGeom prst="round2DiagRect">
              <a:avLst>
                <a:gd name="adj1" fmla="val 4147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4A25545-7FDA-465A-8546-9D927F828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085512" y="0"/>
              <a:ext cx="650875" cy="1730375"/>
              <a:chOff x="11347978" y="0"/>
              <a:chExt cx="650875" cy="1730375"/>
            </a:xfrm>
          </p:grpSpPr>
          <p:sp>
            <p:nvSpPr>
              <p:cNvPr id="36" name="Freeform 32">
                <a:extLst>
                  <a:ext uri="{FF2B5EF4-FFF2-40B4-BE49-F238E27FC236}">
                    <a16:creationId xmlns:a16="http://schemas.microsoft.com/office/drawing/2014/main" id="{0AC67F09-E0D9-410A-A4DE-72D31697EB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67041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Freeform 33">
                <a:extLst>
                  <a:ext uri="{FF2B5EF4-FFF2-40B4-BE49-F238E27FC236}">
                    <a16:creationId xmlns:a16="http://schemas.microsoft.com/office/drawing/2014/main" id="{B78F2FDE-85C9-4650-919F-C35464007D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47978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34">
                <a:extLst>
                  <a:ext uri="{FF2B5EF4-FFF2-40B4-BE49-F238E27FC236}">
                    <a16:creationId xmlns:a16="http://schemas.microsoft.com/office/drawing/2014/main" id="{57DD2F8B-5242-455C-B03F-E2F6B6732E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4678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37">
                <a:extLst>
                  <a:ext uri="{FF2B5EF4-FFF2-40B4-BE49-F238E27FC236}">
                    <a16:creationId xmlns:a16="http://schemas.microsoft.com/office/drawing/2014/main" id="{B8CE3E90-8A76-4CD5-B28C-D71FF37185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94053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C374541-D033-4B72-A232-5461EEAD4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11229445" y="4867275"/>
              <a:ext cx="598488" cy="1981201"/>
              <a:chOff x="11424178" y="4867275"/>
              <a:chExt cx="598488" cy="1981201"/>
            </a:xfrm>
          </p:grpSpPr>
          <p:sp>
            <p:nvSpPr>
              <p:cNvPr id="30" name="Freeform 35">
                <a:extLst>
                  <a:ext uri="{FF2B5EF4-FFF2-40B4-BE49-F238E27FC236}">
                    <a16:creationId xmlns:a16="http://schemas.microsoft.com/office/drawing/2014/main" id="{94766BAB-FE6E-4247-886B-736F831FEB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14666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36">
                <a:extLst>
                  <a:ext uri="{FF2B5EF4-FFF2-40B4-BE49-F238E27FC236}">
                    <a16:creationId xmlns:a16="http://schemas.microsoft.com/office/drawing/2014/main" id="{3C954FB2-C7A0-468C-8AD2-C278DCA642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55966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38">
                <a:extLst>
                  <a:ext uri="{FF2B5EF4-FFF2-40B4-BE49-F238E27FC236}">
                    <a16:creationId xmlns:a16="http://schemas.microsoft.com/office/drawing/2014/main" id="{F52FBFD5-A528-4DB8-A802-814A7E421D6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9441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9">
                <a:extLst>
                  <a:ext uri="{FF2B5EF4-FFF2-40B4-BE49-F238E27FC236}">
                    <a16:creationId xmlns:a16="http://schemas.microsoft.com/office/drawing/2014/main" id="{E57CCB6D-72AF-4D41-8C6C-9750D43DC6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24178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40">
                <a:extLst>
                  <a:ext uri="{FF2B5EF4-FFF2-40B4-BE49-F238E27FC236}">
                    <a16:creationId xmlns:a16="http://schemas.microsoft.com/office/drawing/2014/main" id="{19D203AA-CF94-405B-800C-0C79855218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32166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Rectangle 41">
                <a:extLst>
                  <a:ext uri="{FF2B5EF4-FFF2-40B4-BE49-F238E27FC236}">
                    <a16:creationId xmlns:a16="http://schemas.microsoft.com/office/drawing/2014/main" id="{7D053665-E810-419F-9D63-2A54CB4773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22653" y="6596063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EAF6153-6BF6-448C-81C1-2817B0F780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440267" y="5118101"/>
              <a:ext cx="650875" cy="1730375"/>
              <a:chOff x="118533" y="5118101"/>
              <a:chExt cx="650875" cy="1730375"/>
            </a:xfrm>
          </p:grpSpPr>
          <p:sp>
            <p:nvSpPr>
              <p:cNvPr id="26" name="Freeform 32">
                <a:extLst>
                  <a:ext uri="{FF2B5EF4-FFF2-40B4-BE49-F238E27FC236}">
                    <a16:creationId xmlns:a16="http://schemas.microsoft.com/office/drawing/2014/main" id="{A7E0D3C0-552C-4741-AFBE-E665CEA068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37596" y="6335713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33">
                <a:extLst>
                  <a:ext uri="{FF2B5EF4-FFF2-40B4-BE49-F238E27FC236}">
                    <a16:creationId xmlns:a16="http://schemas.microsoft.com/office/drawing/2014/main" id="{CAF96EBF-4E74-4F88-BD05-A4AE1694A4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18533" y="622141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34">
                <a:extLst>
                  <a:ext uri="{FF2B5EF4-FFF2-40B4-BE49-F238E27FC236}">
                    <a16:creationId xmlns:a16="http://schemas.microsoft.com/office/drawing/2014/main" id="{D49C51B9-E4E4-410D-8AAB-7E308A1D45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5233" y="5118101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37">
                <a:extLst>
                  <a:ext uri="{FF2B5EF4-FFF2-40B4-BE49-F238E27FC236}">
                    <a16:creationId xmlns:a16="http://schemas.microsoft.com/office/drawing/2014/main" id="{354F0627-1BD6-4455-967A-32DB31C82C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464608" y="5299075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C21AED9-0CB5-426C-A1C4-6EEB548050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72533" y="0"/>
              <a:ext cx="598488" cy="1981201"/>
              <a:chOff x="194733" y="0"/>
              <a:chExt cx="598488" cy="1981201"/>
            </a:xfrm>
          </p:grpSpPr>
          <p:sp>
            <p:nvSpPr>
              <p:cNvPr id="20" name="Freeform 35">
                <a:extLst>
                  <a:ext uri="{FF2B5EF4-FFF2-40B4-BE49-F238E27FC236}">
                    <a16:creationId xmlns:a16="http://schemas.microsoft.com/office/drawing/2014/main" id="{8D8A778B-9916-47AC-A28A-07F01A83F4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85221" y="0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36">
                <a:extLst>
                  <a:ext uri="{FF2B5EF4-FFF2-40B4-BE49-F238E27FC236}">
                    <a16:creationId xmlns:a16="http://schemas.microsoft.com/office/drawing/2014/main" id="{65323B96-DF0E-463C-B290-C22D3C55324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526521" y="1141413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38">
                <a:extLst>
                  <a:ext uri="{FF2B5EF4-FFF2-40B4-BE49-F238E27FC236}">
                    <a16:creationId xmlns:a16="http://schemas.microsoft.com/office/drawing/2014/main" id="{65A0E255-1142-422E-A62A-5044177C5A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9996" y="1792288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39">
                <a:extLst>
                  <a:ext uri="{FF2B5EF4-FFF2-40B4-BE49-F238E27FC236}">
                    <a16:creationId xmlns:a16="http://schemas.microsoft.com/office/drawing/2014/main" id="{233A955D-DB0D-42F8-B490-E01FB9C45C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94733" y="0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40">
                <a:extLst>
                  <a:ext uri="{FF2B5EF4-FFF2-40B4-BE49-F238E27FC236}">
                    <a16:creationId xmlns:a16="http://schemas.microsoft.com/office/drawing/2014/main" id="{F0F0C29B-EB52-470C-AF64-FC54F5C250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02721" y="24288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Rectangle 41">
                <a:extLst>
                  <a:ext uri="{FF2B5EF4-FFF2-40B4-BE49-F238E27FC236}">
                    <a16:creationId xmlns:a16="http://schemas.microsoft.com/office/drawing/2014/main" id="{A6C0E942-454D-483D-84FB-89308C8F15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93208" y="0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74E5E80-924D-5F5B-5832-D30EFC110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en-US"/>
              <a:t>Gemini Evaluation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A6634768-66E0-330C-E6B3-B0798CEE4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252134"/>
            <a:ext cx="9905999" cy="3454399"/>
          </a:xfrm>
        </p:spPr>
        <p:txBody>
          <a:bodyPr anchor="ctr">
            <a:normAutofit/>
          </a:bodyPr>
          <a:lstStyle/>
          <a:p>
            <a:r>
              <a:rPr lang="en-US" sz="2000"/>
              <a:t>Successfully interpreted prompts and generated logical solutions</a:t>
            </a:r>
          </a:p>
          <a:p>
            <a:r>
              <a:rPr lang="en-US" sz="2000"/>
              <a:t>Did not break each problem down into clear steps</a:t>
            </a:r>
          </a:p>
          <a:p>
            <a:r>
              <a:rPr lang="en-US" sz="2000"/>
              <a:t>Preferred to give the minimum correct answer without elaboration</a:t>
            </a:r>
          </a:p>
          <a:p>
            <a:r>
              <a:rPr lang="en-US" sz="2000"/>
              <a:t>For all prompts: did not provide a concluding overview of its response</a:t>
            </a:r>
          </a:p>
          <a:p>
            <a:pPr lvl="1"/>
            <a:r>
              <a:rPr lang="en-US" dirty="0"/>
              <a:t>Required a second prompt to ask for a summary of its decision / elaboration</a:t>
            </a:r>
          </a:p>
        </p:txBody>
      </p:sp>
    </p:spTree>
    <p:extLst>
      <p:ext uri="{BB962C8B-B14F-4D97-AF65-F5344CB8AC3E}">
        <p14:creationId xmlns:p14="http://schemas.microsoft.com/office/powerpoint/2010/main" val="9045549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B1D6C8-4F02-8724-1596-0C4A5BE0E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79" name="Group 3078">
            <a:extLst>
              <a:ext uri="{FF2B5EF4-FFF2-40B4-BE49-F238E27FC236}">
                <a16:creationId xmlns:a16="http://schemas.microsoft.com/office/drawing/2014/main" id="{A0B38558-5389-4817-936F-FD62560CA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3080" name="Rectangle 3079">
              <a:extLst>
                <a:ext uri="{FF2B5EF4-FFF2-40B4-BE49-F238E27FC236}">
                  <a16:creationId xmlns:a16="http://schemas.microsoft.com/office/drawing/2014/main" id="{CCB252B9-42EF-4414-AA22-2A95C1819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81" name="Picture 2">
              <a:extLst>
                <a:ext uri="{FF2B5EF4-FFF2-40B4-BE49-F238E27FC236}">
                  <a16:creationId xmlns:a16="http://schemas.microsoft.com/office/drawing/2014/main" id="{F9C2C800-C3E3-4317-A3CC-1558D71F14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074" name="Picture 2" descr="Microsoft Copilot Logo 免费下载 SVG, PNG... · LobeHub">
            <a:extLst>
              <a:ext uri="{FF2B5EF4-FFF2-40B4-BE49-F238E27FC236}">
                <a16:creationId xmlns:a16="http://schemas.microsoft.com/office/drawing/2014/main" id="{74A24AE8-8923-AE71-4BBB-DD67728D6C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661" b="22073"/>
          <a:stretch>
            <a:fillRect/>
          </a:stretch>
        </p:blipFill>
        <p:spPr bwMode="auto">
          <a:xfrm>
            <a:off x="3611" y="10"/>
            <a:ext cx="1218838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83" name="Group 3082">
            <a:extLst>
              <a:ext uri="{FF2B5EF4-FFF2-40B4-BE49-F238E27FC236}">
                <a16:creationId xmlns:a16="http://schemas.microsoft.com/office/drawing/2014/main" id="{15502586-682B-4EDF-9515-674BB4E1CD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72533" y="0"/>
            <a:ext cx="11455400" cy="6848476"/>
            <a:chOff x="372533" y="0"/>
            <a:chExt cx="11455400" cy="6848476"/>
          </a:xfrm>
        </p:grpSpPr>
        <p:sp>
          <p:nvSpPr>
            <p:cNvPr id="3084" name="Round Diagonal Corner Rectangle 7">
              <a:extLst>
                <a:ext uri="{FF2B5EF4-FFF2-40B4-BE49-F238E27FC236}">
                  <a16:creationId xmlns:a16="http://schemas.microsoft.com/office/drawing/2014/main" id="{C4491F87-B86B-413A-ACCD-56525E533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22867" y="766234"/>
              <a:ext cx="10346266" cy="5325532"/>
            </a:xfrm>
            <a:prstGeom prst="round2DiagRect">
              <a:avLst>
                <a:gd name="adj1" fmla="val 4147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85" name="Group 3084">
              <a:extLst>
                <a:ext uri="{FF2B5EF4-FFF2-40B4-BE49-F238E27FC236}">
                  <a16:creationId xmlns:a16="http://schemas.microsoft.com/office/drawing/2014/main" id="{04A25545-7FDA-465A-8546-9D927F828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085512" y="0"/>
              <a:ext cx="650875" cy="1730375"/>
              <a:chOff x="11347978" y="0"/>
              <a:chExt cx="650875" cy="1730375"/>
            </a:xfrm>
          </p:grpSpPr>
          <p:sp>
            <p:nvSpPr>
              <p:cNvPr id="3105" name="Freeform 32">
                <a:extLst>
                  <a:ext uri="{FF2B5EF4-FFF2-40B4-BE49-F238E27FC236}">
                    <a16:creationId xmlns:a16="http://schemas.microsoft.com/office/drawing/2014/main" id="{0AC67F09-E0D9-410A-A4DE-72D31697EB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67041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6" name="Freeform 33">
                <a:extLst>
                  <a:ext uri="{FF2B5EF4-FFF2-40B4-BE49-F238E27FC236}">
                    <a16:creationId xmlns:a16="http://schemas.microsoft.com/office/drawing/2014/main" id="{B78F2FDE-85C9-4650-919F-C35464007D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47978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7" name="Freeform 34">
                <a:extLst>
                  <a:ext uri="{FF2B5EF4-FFF2-40B4-BE49-F238E27FC236}">
                    <a16:creationId xmlns:a16="http://schemas.microsoft.com/office/drawing/2014/main" id="{57DD2F8B-5242-455C-B03F-E2F6B6732E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4678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8" name="Freeform 37">
                <a:extLst>
                  <a:ext uri="{FF2B5EF4-FFF2-40B4-BE49-F238E27FC236}">
                    <a16:creationId xmlns:a16="http://schemas.microsoft.com/office/drawing/2014/main" id="{B8CE3E90-8A76-4CD5-B28C-D71FF37185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94053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086" name="Group 3085">
              <a:extLst>
                <a:ext uri="{FF2B5EF4-FFF2-40B4-BE49-F238E27FC236}">
                  <a16:creationId xmlns:a16="http://schemas.microsoft.com/office/drawing/2014/main" id="{4C374541-D033-4B72-A232-5461EEAD4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11229445" y="4867275"/>
              <a:ext cx="598488" cy="1981201"/>
              <a:chOff x="11424178" y="4867275"/>
              <a:chExt cx="598488" cy="1981201"/>
            </a:xfrm>
          </p:grpSpPr>
          <p:sp>
            <p:nvSpPr>
              <p:cNvPr id="3099" name="Freeform 35">
                <a:extLst>
                  <a:ext uri="{FF2B5EF4-FFF2-40B4-BE49-F238E27FC236}">
                    <a16:creationId xmlns:a16="http://schemas.microsoft.com/office/drawing/2014/main" id="{94766BAB-FE6E-4247-886B-736F831FEB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14666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0" name="Freeform 36">
                <a:extLst>
                  <a:ext uri="{FF2B5EF4-FFF2-40B4-BE49-F238E27FC236}">
                    <a16:creationId xmlns:a16="http://schemas.microsoft.com/office/drawing/2014/main" id="{3C954FB2-C7A0-468C-8AD2-C278DCA642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55966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1" name="Freeform 38">
                <a:extLst>
                  <a:ext uri="{FF2B5EF4-FFF2-40B4-BE49-F238E27FC236}">
                    <a16:creationId xmlns:a16="http://schemas.microsoft.com/office/drawing/2014/main" id="{F52FBFD5-A528-4DB8-A802-814A7E421D6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9441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2" name="Freeform 39">
                <a:extLst>
                  <a:ext uri="{FF2B5EF4-FFF2-40B4-BE49-F238E27FC236}">
                    <a16:creationId xmlns:a16="http://schemas.microsoft.com/office/drawing/2014/main" id="{E57CCB6D-72AF-4D41-8C6C-9750D43DC6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24178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3" name="Freeform 40">
                <a:extLst>
                  <a:ext uri="{FF2B5EF4-FFF2-40B4-BE49-F238E27FC236}">
                    <a16:creationId xmlns:a16="http://schemas.microsoft.com/office/drawing/2014/main" id="{19D203AA-CF94-405B-800C-0C79855218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32166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4" name="Rectangle 41">
                <a:extLst>
                  <a:ext uri="{FF2B5EF4-FFF2-40B4-BE49-F238E27FC236}">
                    <a16:creationId xmlns:a16="http://schemas.microsoft.com/office/drawing/2014/main" id="{7D053665-E810-419F-9D63-2A54CB4773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22653" y="6596063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087" name="Group 3086">
              <a:extLst>
                <a:ext uri="{FF2B5EF4-FFF2-40B4-BE49-F238E27FC236}">
                  <a16:creationId xmlns:a16="http://schemas.microsoft.com/office/drawing/2014/main" id="{DEAF6153-6BF6-448C-81C1-2817B0F780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440267" y="5118101"/>
              <a:ext cx="650875" cy="1730375"/>
              <a:chOff x="118533" y="5118101"/>
              <a:chExt cx="650875" cy="1730375"/>
            </a:xfrm>
          </p:grpSpPr>
          <p:sp>
            <p:nvSpPr>
              <p:cNvPr id="3095" name="Freeform 32">
                <a:extLst>
                  <a:ext uri="{FF2B5EF4-FFF2-40B4-BE49-F238E27FC236}">
                    <a16:creationId xmlns:a16="http://schemas.microsoft.com/office/drawing/2014/main" id="{A7E0D3C0-552C-4741-AFBE-E665CEA068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37596" y="6335713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6" name="Freeform 33">
                <a:extLst>
                  <a:ext uri="{FF2B5EF4-FFF2-40B4-BE49-F238E27FC236}">
                    <a16:creationId xmlns:a16="http://schemas.microsoft.com/office/drawing/2014/main" id="{CAF96EBF-4E74-4F88-BD05-A4AE1694A4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18533" y="622141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7" name="Freeform 34">
                <a:extLst>
                  <a:ext uri="{FF2B5EF4-FFF2-40B4-BE49-F238E27FC236}">
                    <a16:creationId xmlns:a16="http://schemas.microsoft.com/office/drawing/2014/main" id="{D49C51B9-E4E4-410D-8AAB-7E308A1D45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5233" y="5118101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8" name="Freeform 37">
                <a:extLst>
                  <a:ext uri="{FF2B5EF4-FFF2-40B4-BE49-F238E27FC236}">
                    <a16:creationId xmlns:a16="http://schemas.microsoft.com/office/drawing/2014/main" id="{354F0627-1BD6-4455-967A-32DB31C82C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464608" y="5299075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088" name="Group 3087">
              <a:extLst>
                <a:ext uri="{FF2B5EF4-FFF2-40B4-BE49-F238E27FC236}">
                  <a16:creationId xmlns:a16="http://schemas.microsoft.com/office/drawing/2014/main" id="{BC21AED9-0CB5-426C-A1C4-6EEB548050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72533" y="0"/>
              <a:ext cx="598488" cy="1981201"/>
              <a:chOff x="194733" y="0"/>
              <a:chExt cx="598488" cy="1981201"/>
            </a:xfrm>
          </p:grpSpPr>
          <p:sp>
            <p:nvSpPr>
              <p:cNvPr id="3089" name="Freeform 35">
                <a:extLst>
                  <a:ext uri="{FF2B5EF4-FFF2-40B4-BE49-F238E27FC236}">
                    <a16:creationId xmlns:a16="http://schemas.microsoft.com/office/drawing/2014/main" id="{8D8A778B-9916-47AC-A28A-07F01A83F4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85221" y="0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0" name="Freeform 36">
                <a:extLst>
                  <a:ext uri="{FF2B5EF4-FFF2-40B4-BE49-F238E27FC236}">
                    <a16:creationId xmlns:a16="http://schemas.microsoft.com/office/drawing/2014/main" id="{65323B96-DF0E-463C-B290-C22D3C55324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526521" y="1141413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1" name="Freeform 38">
                <a:extLst>
                  <a:ext uri="{FF2B5EF4-FFF2-40B4-BE49-F238E27FC236}">
                    <a16:creationId xmlns:a16="http://schemas.microsoft.com/office/drawing/2014/main" id="{65A0E255-1142-422E-A62A-5044177C5A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9996" y="1792288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2" name="Freeform 39">
                <a:extLst>
                  <a:ext uri="{FF2B5EF4-FFF2-40B4-BE49-F238E27FC236}">
                    <a16:creationId xmlns:a16="http://schemas.microsoft.com/office/drawing/2014/main" id="{233A955D-DB0D-42F8-B490-E01FB9C45C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94733" y="0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3" name="Freeform 40">
                <a:extLst>
                  <a:ext uri="{FF2B5EF4-FFF2-40B4-BE49-F238E27FC236}">
                    <a16:creationId xmlns:a16="http://schemas.microsoft.com/office/drawing/2014/main" id="{F0F0C29B-EB52-470C-AF64-FC54F5C250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02721" y="24288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4" name="Rectangle 41">
                <a:extLst>
                  <a:ext uri="{FF2B5EF4-FFF2-40B4-BE49-F238E27FC236}">
                    <a16:creationId xmlns:a16="http://schemas.microsoft.com/office/drawing/2014/main" id="{A6C0E942-454D-483D-84FB-89308C8F15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93208" y="0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8B4F316-66AE-96F3-5B49-868141F72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en-US"/>
              <a:t>CoPilot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033F78-12A5-C599-2958-D2A9138E7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252134"/>
            <a:ext cx="9905999" cy="3454399"/>
          </a:xfrm>
        </p:spPr>
        <p:txBody>
          <a:bodyPr anchor="ctr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800" dirty="0"/>
              <a:t>Algorithm Selection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Use a one way hashing algorithm such as Argon2id, with a unique random salt is the best way to store the passwords rather than a reversible encryption. 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This is the best choice of algorithm for the prompt, it is both very fast and highly secure.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Optimization 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AES-256-GCM is the primary choice for encryption of large streams of data.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If the limited hardware does not include AES acceleration, the fallback algorithm of choice is ChaCha20-Poly1305 which is significantly faster than AES when it doesn’t have ideal hardware. </a:t>
            </a:r>
          </a:p>
          <a:p>
            <a:pPr lvl="1">
              <a:lnSpc>
                <a:spcPct val="110000"/>
              </a:lnSpc>
            </a:pPr>
            <a:r>
              <a:rPr lang="en-US" sz="1800" dirty="0"/>
              <a:t>Either of these encryption algorithms will be able to meet the requirements outlined by the prompt.</a:t>
            </a:r>
          </a:p>
        </p:txBody>
      </p:sp>
    </p:spTree>
    <p:extLst>
      <p:ext uri="{BB962C8B-B14F-4D97-AF65-F5344CB8AC3E}">
        <p14:creationId xmlns:p14="http://schemas.microsoft.com/office/powerpoint/2010/main" val="3932995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700DC1-D070-A170-76DD-385AA01D6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79" name="Group 3078">
            <a:extLst>
              <a:ext uri="{FF2B5EF4-FFF2-40B4-BE49-F238E27FC236}">
                <a16:creationId xmlns:a16="http://schemas.microsoft.com/office/drawing/2014/main" id="{A0B38558-5389-4817-936F-FD62560CA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3080" name="Rectangle 3079">
              <a:extLst>
                <a:ext uri="{FF2B5EF4-FFF2-40B4-BE49-F238E27FC236}">
                  <a16:creationId xmlns:a16="http://schemas.microsoft.com/office/drawing/2014/main" id="{CCB252B9-42EF-4414-AA22-2A95C1819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81" name="Picture 2">
              <a:extLst>
                <a:ext uri="{FF2B5EF4-FFF2-40B4-BE49-F238E27FC236}">
                  <a16:creationId xmlns:a16="http://schemas.microsoft.com/office/drawing/2014/main" id="{F9C2C800-C3E3-4317-A3CC-1558D71F14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074" name="Picture 2" descr="Microsoft Copilot Logo 免费下载 SVG, PNG... · LobeHub">
            <a:extLst>
              <a:ext uri="{FF2B5EF4-FFF2-40B4-BE49-F238E27FC236}">
                <a16:creationId xmlns:a16="http://schemas.microsoft.com/office/drawing/2014/main" id="{A5E72021-A392-E857-0C78-687B0200CB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661" b="22073"/>
          <a:stretch>
            <a:fillRect/>
          </a:stretch>
        </p:blipFill>
        <p:spPr bwMode="auto">
          <a:xfrm>
            <a:off x="3611" y="10"/>
            <a:ext cx="1218838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83" name="Group 3082">
            <a:extLst>
              <a:ext uri="{FF2B5EF4-FFF2-40B4-BE49-F238E27FC236}">
                <a16:creationId xmlns:a16="http://schemas.microsoft.com/office/drawing/2014/main" id="{15502586-682B-4EDF-9515-674BB4E1CD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72533" y="0"/>
            <a:ext cx="11455400" cy="6848476"/>
            <a:chOff x="372533" y="0"/>
            <a:chExt cx="11455400" cy="6848476"/>
          </a:xfrm>
        </p:grpSpPr>
        <p:sp>
          <p:nvSpPr>
            <p:cNvPr id="3084" name="Round Diagonal Corner Rectangle 7">
              <a:extLst>
                <a:ext uri="{FF2B5EF4-FFF2-40B4-BE49-F238E27FC236}">
                  <a16:creationId xmlns:a16="http://schemas.microsoft.com/office/drawing/2014/main" id="{C4491F87-B86B-413A-ACCD-56525E533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22867" y="766234"/>
              <a:ext cx="10346266" cy="5325532"/>
            </a:xfrm>
            <a:prstGeom prst="round2DiagRect">
              <a:avLst>
                <a:gd name="adj1" fmla="val 4147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85" name="Group 3084">
              <a:extLst>
                <a:ext uri="{FF2B5EF4-FFF2-40B4-BE49-F238E27FC236}">
                  <a16:creationId xmlns:a16="http://schemas.microsoft.com/office/drawing/2014/main" id="{04A25545-7FDA-465A-8546-9D927F828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085512" y="0"/>
              <a:ext cx="650875" cy="1730375"/>
              <a:chOff x="11347978" y="0"/>
              <a:chExt cx="650875" cy="1730375"/>
            </a:xfrm>
          </p:grpSpPr>
          <p:sp>
            <p:nvSpPr>
              <p:cNvPr id="3105" name="Freeform 32">
                <a:extLst>
                  <a:ext uri="{FF2B5EF4-FFF2-40B4-BE49-F238E27FC236}">
                    <a16:creationId xmlns:a16="http://schemas.microsoft.com/office/drawing/2014/main" id="{0AC67F09-E0D9-410A-A4DE-72D31697EB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67041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6" name="Freeform 33">
                <a:extLst>
                  <a:ext uri="{FF2B5EF4-FFF2-40B4-BE49-F238E27FC236}">
                    <a16:creationId xmlns:a16="http://schemas.microsoft.com/office/drawing/2014/main" id="{B78F2FDE-85C9-4650-919F-C35464007D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47978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7" name="Freeform 34">
                <a:extLst>
                  <a:ext uri="{FF2B5EF4-FFF2-40B4-BE49-F238E27FC236}">
                    <a16:creationId xmlns:a16="http://schemas.microsoft.com/office/drawing/2014/main" id="{57DD2F8B-5242-455C-B03F-E2F6B6732E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4678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8" name="Freeform 37">
                <a:extLst>
                  <a:ext uri="{FF2B5EF4-FFF2-40B4-BE49-F238E27FC236}">
                    <a16:creationId xmlns:a16="http://schemas.microsoft.com/office/drawing/2014/main" id="{B8CE3E90-8A76-4CD5-B28C-D71FF37185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94053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086" name="Group 3085">
              <a:extLst>
                <a:ext uri="{FF2B5EF4-FFF2-40B4-BE49-F238E27FC236}">
                  <a16:creationId xmlns:a16="http://schemas.microsoft.com/office/drawing/2014/main" id="{4C374541-D033-4B72-A232-5461EEAD4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11229445" y="4867275"/>
              <a:ext cx="598488" cy="1981201"/>
              <a:chOff x="11424178" y="4867275"/>
              <a:chExt cx="598488" cy="1981201"/>
            </a:xfrm>
          </p:grpSpPr>
          <p:sp>
            <p:nvSpPr>
              <p:cNvPr id="3099" name="Freeform 35">
                <a:extLst>
                  <a:ext uri="{FF2B5EF4-FFF2-40B4-BE49-F238E27FC236}">
                    <a16:creationId xmlns:a16="http://schemas.microsoft.com/office/drawing/2014/main" id="{94766BAB-FE6E-4247-886B-736F831FEB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14666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0" name="Freeform 36">
                <a:extLst>
                  <a:ext uri="{FF2B5EF4-FFF2-40B4-BE49-F238E27FC236}">
                    <a16:creationId xmlns:a16="http://schemas.microsoft.com/office/drawing/2014/main" id="{3C954FB2-C7A0-468C-8AD2-C278DCA642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55966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1" name="Freeform 38">
                <a:extLst>
                  <a:ext uri="{FF2B5EF4-FFF2-40B4-BE49-F238E27FC236}">
                    <a16:creationId xmlns:a16="http://schemas.microsoft.com/office/drawing/2014/main" id="{F52FBFD5-A528-4DB8-A802-814A7E421D6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9441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2" name="Freeform 39">
                <a:extLst>
                  <a:ext uri="{FF2B5EF4-FFF2-40B4-BE49-F238E27FC236}">
                    <a16:creationId xmlns:a16="http://schemas.microsoft.com/office/drawing/2014/main" id="{E57CCB6D-72AF-4D41-8C6C-9750D43DC6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24178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3" name="Freeform 40">
                <a:extLst>
                  <a:ext uri="{FF2B5EF4-FFF2-40B4-BE49-F238E27FC236}">
                    <a16:creationId xmlns:a16="http://schemas.microsoft.com/office/drawing/2014/main" id="{19D203AA-CF94-405B-800C-0C79855218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32166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04" name="Rectangle 41">
                <a:extLst>
                  <a:ext uri="{FF2B5EF4-FFF2-40B4-BE49-F238E27FC236}">
                    <a16:creationId xmlns:a16="http://schemas.microsoft.com/office/drawing/2014/main" id="{7D053665-E810-419F-9D63-2A54CB4773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22653" y="6596063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087" name="Group 3086">
              <a:extLst>
                <a:ext uri="{FF2B5EF4-FFF2-40B4-BE49-F238E27FC236}">
                  <a16:creationId xmlns:a16="http://schemas.microsoft.com/office/drawing/2014/main" id="{DEAF6153-6BF6-448C-81C1-2817B0F780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440267" y="5118101"/>
              <a:ext cx="650875" cy="1730375"/>
              <a:chOff x="118533" y="5118101"/>
              <a:chExt cx="650875" cy="1730375"/>
            </a:xfrm>
          </p:grpSpPr>
          <p:sp>
            <p:nvSpPr>
              <p:cNvPr id="3095" name="Freeform 32">
                <a:extLst>
                  <a:ext uri="{FF2B5EF4-FFF2-40B4-BE49-F238E27FC236}">
                    <a16:creationId xmlns:a16="http://schemas.microsoft.com/office/drawing/2014/main" id="{A7E0D3C0-552C-4741-AFBE-E665CEA068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37596" y="6335713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6" name="Freeform 33">
                <a:extLst>
                  <a:ext uri="{FF2B5EF4-FFF2-40B4-BE49-F238E27FC236}">
                    <a16:creationId xmlns:a16="http://schemas.microsoft.com/office/drawing/2014/main" id="{CAF96EBF-4E74-4F88-BD05-A4AE1694A4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18533" y="622141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7" name="Freeform 34">
                <a:extLst>
                  <a:ext uri="{FF2B5EF4-FFF2-40B4-BE49-F238E27FC236}">
                    <a16:creationId xmlns:a16="http://schemas.microsoft.com/office/drawing/2014/main" id="{D49C51B9-E4E4-410D-8AAB-7E308A1D45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5233" y="5118101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8" name="Freeform 37">
                <a:extLst>
                  <a:ext uri="{FF2B5EF4-FFF2-40B4-BE49-F238E27FC236}">
                    <a16:creationId xmlns:a16="http://schemas.microsoft.com/office/drawing/2014/main" id="{354F0627-1BD6-4455-967A-32DB31C82C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464608" y="5299075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088" name="Group 3087">
              <a:extLst>
                <a:ext uri="{FF2B5EF4-FFF2-40B4-BE49-F238E27FC236}">
                  <a16:creationId xmlns:a16="http://schemas.microsoft.com/office/drawing/2014/main" id="{BC21AED9-0CB5-426C-A1C4-6EEB548050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72533" y="0"/>
              <a:ext cx="598488" cy="1981201"/>
              <a:chOff x="194733" y="0"/>
              <a:chExt cx="598488" cy="1981201"/>
            </a:xfrm>
          </p:grpSpPr>
          <p:sp>
            <p:nvSpPr>
              <p:cNvPr id="3089" name="Freeform 35">
                <a:extLst>
                  <a:ext uri="{FF2B5EF4-FFF2-40B4-BE49-F238E27FC236}">
                    <a16:creationId xmlns:a16="http://schemas.microsoft.com/office/drawing/2014/main" id="{8D8A778B-9916-47AC-A28A-07F01A83F4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85221" y="0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0" name="Freeform 36">
                <a:extLst>
                  <a:ext uri="{FF2B5EF4-FFF2-40B4-BE49-F238E27FC236}">
                    <a16:creationId xmlns:a16="http://schemas.microsoft.com/office/drawing/2014/main" id="{65323B96-DF0E-463C-B290-C22D3C55324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526521" y="1141413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1" name="Freeform 38">
                <a:extLst>
                  <a:ext uri="{FF2B5EF4-FFF2-40B4-BE49-F238E27FC236}">
                    <a16:creationId xmlns:a16="http://schemas.microsoft.com/office/drawing/2014/main" id="{65A0E255-1142-422E-A62A-5044177C5A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9996" y="1792288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2" name="Freeform 39">
                <a:extLst>
                  <a:ext uri="{FF2B5EF4-FFF2-40B4-BE49-F238E27FC236}">
                    <a16:creationId xmlns:a16="http://schemas.microsoft.com/office/drawing/2014/main" id="{233A955D-DB0D-42F8-B490-E01FB9C45C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94733" y="0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3" name="Freeform 40">
                <a:extLst>
                  <a:ext uri="{FF2B5EF4-FFF2-40B4-BE49-F238E27FC236}">
                    <a16:creationId xmlns:a16="http://schemas.microsoft.com/office/drawing/2014/main" id="{F0F0C29B-EB52-470C-AF64-FC54F5C250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02721" y="24288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94" name="Rectangle 41">
                <a:extLst>
                  <a:ext uri="{FF2B5EF4-FFF2-40B4-BE49-F238E27FC236}">
                    <a16:creationId xmlns:a16="http://schemas.microsoft.com/office/drawing/2014/main" id="{A6C0E942-454D-483D-84FB-89308C8F15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93208" y="0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E4741CB-0224-D11F-F2B6-E81B7B278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en-US"/>
              <a:t>CoPilot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08E368-D6D8-AC3D-0909-5F3B2CB8C3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252134"/>
            <a:ext cx="9905999" cy="3454399"/>
          </a:xfrm>
        </p:spPr>
        <p:txBody>
          <a:bodyPr anchor="ctr">
            <a:noAutofit/>
          </a:bodyPr>
          <a:lstStyle/>
          <a:p>
            <a:pPr>
              <a:lnSpc>
                <a:spcPct val="110000"/>
              </a:lnSpc>
            </a:pPr>
            <a:r>
              <a:rPr lang="en-US" sz="1600" dirty="0"/>
              <a:t>Complexity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Constant time:</a:t>
            </a:r>
          </a:p>
          <a:p>
            <a:pPr lvl="2">
              <a:lnSpc>
                <a:spcPct val="110000"/>
              </a:lnSpc>
            </a:pPr>
            <a:r>
              <a:rPr lang="en-US" sz="1600" dirty="0"/>
              <a:t>SHA-256 Hashing was the recommended encryption to use for a constant time algorithm.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Logarithmic time:</a:t>
            </a:r>
          </a:p>
          <a:p>
            <a:pPr lvl="2">
              <a:lnSpc>
                <a:spcPct val="110000"/>
              </a:lnSpc>
            </a:pPr>
            <a:r>
              <a:rPr lang="en-US" sz="1600" dirty="0"/>
              <a:t>The license plate must first be converted into a base-36 integer and then used in modular exponentiation to best encrypt it in logarithmic time.</a:t>
            </a:r>
          </a:p>
          <a:p>
            <a:pPr>
              <a:lnSpc>
                <a:spcPct val="110000"/>
              </a:lnSpc>
            </a:pPr>
            <a:r>
              <a:rPr lang="en-US" sz="1600" dirty="0"/>
              <a:t>Security Analysis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Collision resistance → use a strong hash like SHA-3-512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Slow computation → use a memory-hard KDF like Argon2id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Tamper detection → chain hashes like a blockchain and use of a </a:t>
            </a:r>
            <a:r>
              <a:rPr lang="en-US" sz="1600" dirty="0" err="1"/>
              <a:t>merkle</a:t>
            </a:r>
            <a:r>
              <a:rPr lang="en-US" sz="1600" dirty="0"/>
              <a:t> tree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Use a layered Argon2id + SHA-3-512 + Hash Chain + Merkle tree to best ensure security</a:t>
            </a:r>
          </a:p>
        </p:txBody>
      </p:sp>
    </p:spTree>
    <p:extLst>
      <p:ext uri="{BB962C8B-B14F-4D97-AF65-F5344CB8AC3E}">
        <p14:creationId xmlns:p14="http://schemas.microsoft.com/office/powerpoint/2010/main" val="30627264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FACA77-6FEC-C151-677F-F0ACAD003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A0B38558-5389-4817-936F-FD62560CAC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1" name="Rectangle 10">
              <a:extLst>
                <a:ext uri="{FF2B5EF4-FFF2-40B4-BE49-F238E27FC236}">
                  <a16:creationId xmlns:a16="http://schemas.microsoft.com/office/drawing/2014/main" id="{CCB252B9-42EF-4414-AA22-2A95C1819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" name="Picture 2">
              <a:extLst>
                <a:ext uri="{FF2B5EF4-FFF2-40B4-BE49-F238E27FC236}">
                  <a16:creationId xmlns:a16="http://schemas.microsoft.com/office/drawing/2014/main" id="{F9C2C800-C3E3-4317-A3CC-1558D71F14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" name="Picture 2" descr="Microsoft Copilot Logo 免费下载 SVG, PNG... · LobeHub">
            <a:extLst>
              <a:ext uri="{FF2B5EF4-FFF2-40B4-BE49-F238E27FC236}">
                <a16:creationId xmlns:a16="http://schemas.microsoft.com/office/drawing/2014/main" id="{B4E4A3EF-AD02-3BDE-35CF-48283D4157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661" b="22073"/>
          <a:stretch>
            <a:fillRect/>
          </a:stretch>
        </p:blipFill>
        <p:spPr bwMode="auto">
          <a:xfrm>
            <a:off x="3611" y="10"/>
            <a:ext cx="1218838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15502586-682B-4EDF-9515-674BB4E1CD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72533" y="0"/>
            <a:ext cx="11455400" cy="6848476"/>
            <a:chOff x="372533" y="0"/>
            <a:chExt cx="11455400" cy="6848476"/>
          </a:xfrm>
        </p:grpSpPr>
        <p:sp>
          <p:nvSpPr>
            <p:cNvPr id="15" name="Round Diagonal Corner Rectangle 7">
              <a:extLst>
                <a:ext uri="{FF2B5EF4-FFF2-40B4-BE49-F238E27FC236}">
                  <a16:creationId xmlns:a16="http://schemas.microsoft.com/office/drawing/2014/main" id="{C4491F87-B86B-413A-ACCD-56525E533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22867" y="766234"/>
              <a:ext cx="10346266" cy="5325532"/>
            </a:xfrm>
            <a:prstGeom prst="round2DiagRect">
              <a:avLst>
                <a:gd name="adj1" fmla="val 4147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4A25545-7FDA-465A-8546-9D927F828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085512" y="0"/>
              <a:ext cx="650875" cy="1730375"/>
              <a:chOff x="11347978" y="0"/>
              <a:chExt cx="650875" cy="1730375"/>
            </a:xfrm>
          </p:grpSpPr>
          <p:sp>
            <p:nvSpPr>
              <p:cNvPr id="36" name="Freeform 32">
                <a:extLst>
                  <a:ext uri="{FF2B5EF4-FFF2-40B4-BE49-F238E27FC236}">
                    <a16:creationId xmlns:a16="http://schemas.microsoft.com/office/drawing/2014/main" id="{0AC67F09-E0D9-410A-A4DE-72D31697EB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67041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Freeform 33">
                <a:extLst>
                  <a:ext uri="{FF2B5EF4-FFF2-40B4-BE49-F238E27FC236}">
                    <a16:creationId xmlns:a16="http://schemas.microsoft.com/office/drawing/2014/main" id="{B78F2FDE-85C9-4650-919F-C35464007D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47978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34">
                <a:extLst>
                  <a:ext uri="{FF2B5EF4-FFF2-40B4-BE49-F238E27FC236}">
                    <a16:creationId xmlns:a16="http://schemas.microsoft.com/office/drawing/2014/main" id="{57DD2F8B-5242-455C-B03F-E2F6B6732E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4678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37">
                <a:extLst>
                  <a:ext uri="{FF2B5EF4-FFF2-40B4-BE49-F238E27FC236}">
                    <a16:creationId xmlns:a16="http://schemas.microsoft.com/office/drawing/2014/main" id="{B8CE3E90-8A76-4CD5-B28C-D71FF37185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94053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C374541-D033-4B72-A232-5461EEAD4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11229445" y="4867275"/>
              <a:ext cx="598488" cy="1981201"/>
              <a:chOff x="11424178" y="4867275"/>
              <a:chExt cx="598488" cy="1981201"/>
            </a:xfrm>
          </p:grpSpPr>
          <p:sp>
            <p:nvSpPr>
              <p:cNvPr id="30" name="Freeform 35">
                <a:extLst>
                  <a:ext uri="{FF2B5EF4-FFF2-40B4-BE49-F238E27FC236}">
                    <a16:creationId xmlns:a16="http://schemas.microsoft.com/office/drawing/2014/main" id="{94766BAB-FE6E-4247-886B-736F831FEB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14666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36">
                <a:extLst>
                  <a:ext uri="{FF2B5EF4-FFF2-40B4-BE49-F238E27FC236}">
                    <a16:creationId xmlns:a16="http://schemas.microsoft.com/office/drawing/2014/main" id="{3C954FB2-C7A0-468C-8AD2-C278DCA642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55966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38">
                <a:extLst>
                  <a:ext uri="{FF2B5EF4-FFF2-40B4-BE49-F238E27FC236}">
                    <a16:creationId xmlns:a16="http://schemas.microsoft.com/office/drawing/2014/main" id="{F52FBFD5-A528-4DB8-A802-814A7E421D6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19441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9">
                <a:extLst>
                  <a:ext uri="{FF2B5EF4-FFF2-40B4-BE49-F238E27FC236}">
                    <a16:creationId xmlns:a16="http://schemas.microsoft.com/office/drawing/2014/main" id="{E57CCB6D-72AF-4D41-8C6C-9750D43DC6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24178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40">
                <a:extLst>
                  <a:ext uri="{FF2B5EF4-FFF2-40B4-BE49-F238E27FC236}">
                    <a16:creationId xmlns:a16="http://schemas.microsoft.com/office/drawing/2014/main" id="{19D203AA-CF94-405B-800C-0C79855218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32166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Rectangle 41">
                <a:extLst>
                  <a:ext uri="{FF2B5EF4-FFF2-40B4-BE49-F238E27FC236}">
                    <a16:creationId xmlns:a16="http://schemas.microsoft.com/office/drawing/2014/main" id="{7D053665-E810-419F-9D63-2A54CB4773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22653" y="6596063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EAF6153-6BF6-448C-81C1-2817B0F780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flipH="1">
              <a:off x="440267" y="5118101"/>
              <a:ext cx="650875" cy="1730375"/>
              <a:chOff x="118533" y="5118101"/>
              <a:chExt cx="650875" cy="1730375"/>
            </a:xfrm>
          </p:grpSpPr>
          <p:sp>
            <p:nvSpPr>
              <p:cNvPr id="26" name="Freeform 32">
                <a:extLst>
                  <a:ext uri="{FF2B5EF4-FFF2-40B4-BE49-F238E27FC236}">
                    <a16:creationId xmlns:a16="http://schemas.microsoft.com/office/drawing/2014/main" id="{A7E0D3C0-552C-4741-AFBE-E665CEA068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37596" y="6335713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33">
                <a:extLst>
                  <a:ext uri="{FF2B5EF4-FFF2-40B4-BE49-F238E27FC236}">
                    <a16:creationId xmlns:a16="http://schemas.microsoft.com/office/drawing/2014/main" id="{CAF96EBF-4E74-4F88-BD05-A4AE1694A4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18533" y="622141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34">
                <a:extLst>
                  <a:ext uri="{FF2B5EF4-FFF2-40B4-BE49-F238E27FC236}">
                    <a16:creationId xmlns:a16="http://schemas.microsoft.com/office/drawing/2014/main" id="{D49C51B9-E4E4-410D-8AAB-7E308A1D45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5233" y="5118101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37">
                <a:extLst>
                  <a:ext uri="{FF2B5EF4-FFF2-40B4-BE49-F238E27FC236}">
                    <a16:creationId xmlns:a16="http://schemas.microsoft.com/office/drawing/2014/main" id="{354F0627-1BD6-4455-967A-32DB31C82C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464608" y="5299075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C21AED9-0CB5-426C-A1C4-6EEB548050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72533" y="0"/>
              <a:ext cx="598488" cy="1981201"/>
              <a:chOff x="194733" y="0"/>
              <a:chExt cx="598488" cy="1981201"/>
            </a:xfrm>
          </p:grpSpPr>
          <p:sp>
            <p:nvSpPr>
              <p:cNvPr id="20" name="Freeform 35">
                <a:extLst>
                  <a:ext uri="{FF2B5EF4-FFF2-40B4-BE49-F238E27FC236}">
                    <a16:creationId xmlns:a16="http://schemas.microsoft.com/office/drawing/2014/main" id="{8D8A778B-9916-47AC-A28A-07F01A83F4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285221" y="0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36">
                <a:extLst>
                  <a:ext uri="{FF2B5EF4-FFF2-40B4-BE49-F238E27FC236}">
                    <a16:creationId xmlns:a16="http://schemas.microsoft.com/office/drawing/2014/main" id="{65323B96-DF0E-463C-B290-C22D3C55324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526521" y="1141413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38">
                <a:extLst>
                  <a:ext uri="{FF2B5EF4-FFF2-40B4-BE49-F238E27FC236}">
                    <a16:creationId xmlns:a16="http://schemas.microsoft.com/office/drawing/2014/main" id="{65A0E255-1142-422E-A62A-5044177C5A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389996" y="1792288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39">
                <a:extLst>
                  <a:ext uri="{FF2B5EF4-FFF2-40B4-BE49-F238E27FC236}">
                    <a16:creationId xmlns:a16="http://schemas.microsoft.com/office/drawing/2014/main" id="{233A955D-DB0D-42F8-B490-E01FB9C45C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194733" y="0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40">
                <a:extLst>
                  <a:ext uri="{FF2B5EF4-FFF2-40B4-BE49-F238E27FC236}">
                    <a16:creationId xmlns:a16="http://schemas.microsoft.com/office/drawing/2014/main" id="{F0F0C29B-EB52-470C-AF64-FC54F5C250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02721" y="24288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Rectangle 41">
                <a:extLst>
                  <a:ext uri="{FF2B5EF4-FFF2-40B4-BE49-F238E27FC236}">
                    <a16:creationId xmlns:a16="http://schemas.microsoft.com/office/drawing/2014/main" id="{A6C0E942-454D-483D-84FB-89308C8F15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93208" y="0"/>
                <a:ext cx="23813" cy="252413"/>
              </a:xfrm>
              <a:prstGeom prst="rect">
                <a:avLst/>
              </a:prstGeom>
              <a:solidFill>
                <a:schemeClr val="tx2">
                  <a:alpha val="80000"/>
                </a:schemeClr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4C4550D-B994-49F2-6107-33DC5C4EC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007533"/>
            <a:ext cx="9905998" cy="1092200"/>
          </a:xfrm>
        </p:spPr>
        <p:txBody>
          <a:bodyPr>
            <a:normAutofit/>
          </a:bodyPr>
          <a:lstStyle/>
          <a:p>
            <a:pPr algn="ctr"/>
            <a:r>
              <a:rPr lang="en-US"/>
              <a:t>CoPilot Evaluation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1896BEE3-697D-90C4-333C-6ABB24067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2252134"/>
            <a:ext cx="9905999" cy="3454399"/>
          </a:xfrm>
        </p:spPr>
        <p:txBody>
          <a:bodyPr anchor="ctr">
            <a:normAutofit/>
          </a:bodyPr>
          <a:lstStyle/>
          <a:p>
            <a:r>
              <a:rPr lang="en-US" sz="2000"/>
              <a:t>Successfully interpreted prompts and generated logical solutions</a:t>
            </a:r>
          </a:p>
          <a:p>
            <a:r>
              <a:rPr lang="en-US" sz="2000"/>
              <a:t>Breaking prompts into sections improved logic and readability</a:t>
            </a:r>
          </a:p>
          <a:p>
            <a:r>
              <a:rPr lang="en-US" sz="2000"/>
              <a:t>Generated sample code for some prompts</a:t>
            </a:r>
          </a:p>
          <a:p>
            <a:r>
              <a:rPr lang="en-US" sz="2000"/>
              <a:t>Gave mostly clear concise answers</a:t>
            </a:r>
          </a:p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12218741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" name="Rectangle 103">
            <a:extLst>
              <a:ext uri="{FF2B5EF4-FFF2-40B4-BE49-F238E27FC236}">
                <a16:creationId xmlns:a16="http://schemas.microsoft.com/office/drawing/2014/main" id="{54B9C16B-AC4A-44ED-9075-F76549B46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2A2FEB6-F419-4684-9ABC-9E32E012E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100" y="-11384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7" name="Rectangle 5">
              <a:extLst>
                <a:ext uri="{FF2B5EF4-FFF2-40B4-BE49-F238E27FC236}">
                  <a16:creationId xmlns:a16="http://schemas.microsoft.com/office/drawing/2014/main" id="{21E24A15-28D6-4CEB-9268-0BB0BEEAF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6">
              <a:extLst>
                <a:ext uri="{FF2B5EF4-FFF2-40B4-BE49-F238E27FC236}">
                  <a16:creationId xmlns:a16="http://schemas.microsoft.com/office/drawing/2014/main" id="{4345933F-9633-4510-90E1-08B0E2A19E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Freeform 7">
              <a:extLst>
                <a:ext uri="{FF2B5EF4-FFF2-40B4-BE49-F238E27FC236}">
                  <a16:creationId xmlns:a16="http://schemas.microsoft.com/office/drawing/2014/main" id="{C68A48FB-1BE4-4053-A76F-5A5511BA0E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Freeform 8">
              <a:extLst>
                <a:ext uri="{FF2B5EF4-FFF2-40B4-BE49-F238E27FC236}">
                  <a16:creationId xmlns:a16="http://schemas.microsoft.com/office/drawing/2014/main" id="{8149777B-6A9F-4C95-BF44-F964645071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9">
              <a:extLst>
                <a:ext uri="{FF2B5EF4-FFF2-40B4-BE49-F238E27FC236}">
                  <a16:creationId xmlns:a16="http://schemas.microsoft.com/office/drawing/2014/main" id="{0654845E-622A-4AD3-8F3A-6E1DEAB5FC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10">
              <a:extLst>
                <a:ext uri="{FF2B5EF4-FFF2-40B4-BE49-F238E27FC236}">
                  <a16:creationId xmlns:a16="http://schemas.microsoft.com/office/drawing/2014/main" id="{DF1C0739-3D08-4C83-857E-B0724A6E8C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Freeform 11">
              <a:extLst>
                <a:ext uri="{FF2B5EF4-FFF2-40B4-BE49-F238E27FC236}">
                  <a16:creationId xmlns:a16="http://schemas.microsoft.com/office/drawing/2014/main" id="{D235EAA0-7D5A-453A-9643-EE7A4954EA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Freeform 12">
              <a:extLst>
                <a:ext uri="{FF2B5EF4-FFF2-40B4-BE49-F238E27FC236}">
                  <a16:creationId xmlns:a16="http://schemas.microsoft.com/office/drawing/2014/main" id="{94C6FB7C-72DE-42DE-8F58-CCE9B8F556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Freeform 13">
              <a:extLst>
                <a:ext uri="{FF2B5EF4-FFF2-40B4-BE49-F238E27FC236}">
                  <a16:creationId xmlns:a16="http://schemas.microsoft.com/office/drawing/2014/main" id="{FE31E0FE-EC8D-4EA7-BD9D-02F8C54FDB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Freeform 14">
              <a:extLst>
                <a:ext uri="{FF2B5EF4-FFF2-40B4-BE49-F238E27FC236}">
                  <a16:creationId xmlns:a16="http://schemas.microsoft.com/office/drawing/2014/main" id="{69FE4B12-13E0-48F9-9E18-66406B8D3C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Freeform 15">
              <a:extLst>
                <a:ext uri="{FF2B5EF4-FFF2-40B4-BE49-F238E27FC236}">
                  <a16:creationId xmlns:a16="http://schemas.microsoft.com/office/drawing/2014/main" id="{87FAADC3-B321-43EE-B8F3-2842D84098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Line 16">
              <a:extLst>
                <a:ext uri="{FF2B5EF4-FFF2-40B4-BE49-F238E27FC236}">
                  <a16:creationId xmlns:a16="http://schemas.microsoft.com/office/drawing/2014/main" id="{90461464-1683-402F-A72B-8558CC6777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7">
              <a:extLst>
                <a:ext uri="{FF2B5EF4-FFF2-40B4-BE49-F238E27FC236}">
                  <a16:creationId xmlns:a16="http://schemas.microsoft.com/office/drawing/2014/main" id="{70F594E7-32D0-45B9-A3CF-636CF6FCBD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8">
              <a:extLst>
                <a:ext uri="{FF2B5EF4-FFF2-40B4-BE49-F238E27FC236}">
                  <a16:creationId xmlns:a16="http://schemas.microsoft.com/office/drawing/2014/main" id="{8AEF60E1-26C2-4E3C-B839-347DDD23C3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19">
              <a:extLst>
                <a:ext uri="{FF2B5EF4-FFF2-40B4-BE49-F238E27FC236}">
                  <a16:creationId xmlns:a16="http://schemas.microsoft.com/office/drawing/2014/main" id="{792FE54B-EE9D-4E57-B6BC-6A9196BE89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20">
              <a:extLst>
                <a:ext uri="{FF2B5EF4-FFF2-40B4-BE49-F238E27FC236}">
                  <a16:creationId xmlns:a16="http://schemas.microsoft.com/office/drawing/2014/main" id="{72BE56DF-619D-463E-8F88-CABA09DA88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Rectangle 21">
              <a:extLst>
                <a:ext uri="{FF2B5EF4-FFF2-40B4-BE49-F238E27FC236}">
                  <a16:creationId xmlns:a16="http://schemas.microsoft.com/office/drawing/2014/main" id="{C7430457-1935-4BBF-A6A7-7C3125A02E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22">
              <a:extLst>
                <a:ext uri="{FF2B5EF4-FFF2-40B4-BE49-F238E27FC236}">
                  <a16:creationId xmlns:a16="http://schemas.microsoft.com/office/drawing/2014/main" id="{BB006150-E547-4E84-A2B1-59131F3D53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23">
              <a:extLst>
                <a:ext uri="{FF2B5EF4-FFF2-40B4-BE49-F238E27FC236}">
                  <a16:creationId xmlns:a16="http://schemas.microsoft.com/office/drawing/2014/main" id="{5A8CD074-956B-41A4-870B-001554B69B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24">
              <a:extLst>
                <a:ext uri="{FF2B5EF4-FFF2-40B4-BE49-F238E27FC236}">
                  <a16:creationId xmlns:a16="http://schemas.microsoft.com/office/drawing/2014/main" id="{070C253B-974E-459F-AD0B-7057224828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25">
              <a:extLst>
                <a:ext uri="{FF2B5EF4-FFF2-40B4-BE49-F238E27FC236}">
                  <a16:creationId xmlns:a16="http://schemas.microsoft.com/office/drawing/2014/main" id="{BBC07B3D-A631-44EA-861A-7D80383A10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26">
              <a:extLst>
                <a:ext uri="{FF2B5EF4-FFF2-40B4-BE49-F238E27FC236}">
                  <a16:creationId xmlns:a16="http://schemas.microsoft.com/office/drawing/2014/main" id="{32039DC6-B4CF-4A5A-8D17-3A568D125C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27">
              <a:extLst>
                <a:ext uri="{FF2B5EF4-FFF2-40B4-BE49-F238E27FC236}">
                  <a16:creationId xmlns:a16="http://schemas.microsoft.com/office/drawing/2014/main" id="{99E0C81F-5D8D-4AF8-BDE5-4DF75868F7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Freeform 28">
              <a:extLst>
                <a:ext uri="{FF2B5EF4-FFF2-40B4-BE49-F238E27FC236}">
                  <a16:creationId xmlns:a16="http://schemas.microsoft.com/office/drawing/2014/main" id="{0D946680-855C-41EC-BBA2-61F6F776E5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29">
              <a:extLst>
                <a:ext uri="{FF2B5EF4-FFF2-40B4-BE49-F238E27FC236}">
                  <a16:creationId xmlns:a16="http://schemas.microsoft.com/office/drawing/2014/main" id="{E6FAD9E8-6E13-45A0-A5D6-8BCAD27B4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30">
              <a:extLst>
                <a:ext uri="{FF2B5EF4-FFF2-40B4-BE49-F238E27FC236}">
                  <a16:creationId xmlns:a16="http://schemas.microsoft.com/office/drawing/2014/main" id="{0CCBC8FA-0581-454F-9FD1-6B6102A1A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31">
              <a:extLst>
                <a:ext uri="{FF2B5EF4-FFF2-40B4-BE49-F238E27FC236}">
                  <a16:creationId xmlns:a16="http://schemas.microsoft.com/office/drawing/2014/main" id="{5D6C328F-65A5-41E8-86E9-E4E638CC3B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35" name="Picture 2">
            <a:extLst>
              <a:ext uri="{FF2B5EF4-FFF2-40B4-BE49-F238E27FC236}">
                <a16:creationId xmlns:a16="http://schemas.microsoft.com/office/drawing/2014/main" id="{3E94A106-9341-485C-9057-9D62B2BD08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" y="-2"/>
            <a:ext cx="4061525" cy="6858001"/>
          </a:xfrm>
          <a:prstGeom prst="rect">
            <a:avLst/>
          </a:prstGeom>
          <a:extLst>
            <a:ext uri="{909E8E84-426E-40dd-AFC4-6F175D3DCCD1}">
              <a14:hiddenFill xmlns="" xmlns:a16="http://schemas.microsoft.com/office/drawing/2014/main" xmlns:p14="http://schemas.microsoft.com/office/powerpoint/2010/main" xmlns:dgm="http://schemas.openxmlformats.org/drawingml/2006/diagram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7" name="Rectangle 136">
            <a:extLst>
              <a:ext uri="{FF2B5EF4-FFF2-40B4-BE49-F238E27FC236}">
                <a16:creationId xmlns:a16="http://schemas.microsoft.com/office/drawing/2014/main" id="{B53044DC-4918-43DA-B49D-91673C6C94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53"/>
            <a:ext cx="4055621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DCE6B36-1420-43AB-86CF-4E653A51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90" y="-9998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tx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40" name="Rectangle 5">
              <a:extLst>
                <a:ext uri="{FF2B5EF4-FFF2-40B4-BE49-F238E27FC236}">
                  <a16:creationId xmlns:a16="http://schemas.microsoft.com/office/drawing/2014/main" id="{72626E0B-9628-468E-A713-011C02F602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6">
              <a:extLst>
                <a:ext uri="{FF2B5EF4-FFF2-40B4-BE49-F238E27FC236}">
                  <a16:creationId xmlns:a16="http://schemas.microsoft.com/office/drawing/2014/main" id="{93F7977A-BD91-4B0D-9A8D-372DB67AD8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7">
              <a:extLst>
                <a:ext uri="{FF2B5EF4-FFF2-40B4-BE49-F238E27FC236}">
                  <a16:creationId xmlns:a16="http://schemas.microsoft.com/office/drawing/2014/main" id="{9FEE6A56-01A1-404D-864E-1C2587C9A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Freeform 8">
              <a:extLst>
                <a:ext uri="{FF2B5EF4-FFF2-40B4-BE49-F238E27FC236}">
                  <a16:creationId xmlns:a16="http://schemas.microsoft.com/office/drawing/2014/main" id="{E74DBBF2-EF6F-4E3E-B183-F8EEE76094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Freeform 9">
              <a:extLst>
                <a:ext uri="{FF2B5EF4-FFF2-40B4-BE49-F238E27FC236}">
                  <a16:creationId xmlns:a16="http://schemas.microsoft.com/office/drawing/2014/main" id="{ABCF0F27-B056-474C-A0FB-1DB747A92F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0">
              <a:extLst>
                <a:ext uri="{FF2B5EF4-FFF2-40B4-BE49-F238E27FC236}">
                  <a16:creationId xmlns:a16="http://schemas.microsoft.com/office/drawing/2014/main" id="{0A0A5B7B-BA2A-45CC-AABE-9D5B08A5DB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1">
              <a:extLst>
                <a:ext uri="{FF2B5EF4-FFF2-40B4-BE49-F238E27FC236}">
                  <a16:creationId xmlns:a16="http://schemas.microsoft.com/office/drawing/2014/main" id="{3C9A5D2B-1787-4954-9108-B9D497A87C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Freeform 12">
              <a:extLst>
                <a:ext uri="{FF2B5EF4-FFF2-40B4-BE49-F238E27FC236}">
                  <a16:creationId xmlns:a16="http://schemas.microsoft.com/office/drawing/2014/main" id="{818C4F8B-7556-49A7-83C6-C8F631F6A9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13">
              <a:extLst>
                <a:ext uri="{FF2B5EF4-FFF2-40B4-BE49-F238E27FC236}">
                  <a16:creationId xmlns:a16="http://schemas.microsoft.com/office/drawing/2014/main" id="{22BED614-D078-47EA-9C72-190217FDD5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14">
              <a:extLst>
                <a:ext uri="{FF2B5EF4-FFF2-40B4-BE49-F238E27FC236}">
                  <a16:creationId xmlns:a16="http://schemas.microsoft.com/office/drawing/2014/main" id="{73DE0BF2-86D7-4038-AC4B-AF0F116A58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15">
              <a:extLst>
                <a:ext uri="{FF2B5EF4-FFF2-40B4-BE49-F238E27FC236}">
                  <a16:creationId xmlns:a16="http://schemas.microsoft.com/office/drawing/2014/main" id="{11D8BB55-D027-420C-9EF9-49B3BA79DC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Line 16">
              <a:extLst>
                <a:ext uri="{FF2B5EF4-FFF2-40B4-BE49-F238E27FC236}">
                  <a16:creationId xmlns:a16="http://schemas.microsoft.com/office/drawing/2014/main" id="{3FAEF5CE-07ED-46A7-9777-D86C707195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17">
              <a:extLst>
                <a:ext uri="{FF2B5EF4-FFF2-40B4-BE49-F238E27FC236}">
                  <a16:creationId xmlns:a16="http://schemas.microsoft.com/office/drawing/2014/main" id="{29CAFB1A-357C-4313-B734-1CD4E4F9D2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8">
              <a:extLst>
                <a:ext uri="{FF2B5EF4-FFF2-40B4-BE49-F238E27FC236}">
                  <a16:creationId xmlns:a16="http://schemas.microsoft.com/office/drawing/2014/main" id="{653161D3-8634-4BB7-A2BC-028C4EAA1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9">
              <a:extLst>
                <a:ext uri="{FF2B5EF4-FFF2-40B4-BE49-F238E27FC236}">
                  <a16:creationId xmlns:a16="http://schemas.microsoft.com/office/drawing/2014/main" id="{9537546A-6FF1-408B-AFE2-BBF7D34823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20">
              <a:extLst>
                <a:ext uri="{FF2B5EF4-FFF2-40B4-BE49-F238E27FC236}">
                  <a16:creationId xmlns:a16="http://schemas.microsoft.com/office/drawing/2014/main" id="{F73EE662-79B7-404B-B1B8-0E096BE4CD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Rectangle 21">
              <a:extLst>
                <a:ext uri="{FF2B5EF4-FFF2-40B4-BE49-F238E27FC236}">
                  <a16:creationId xmlns:a16="http://schemas.microsoft.com/office/drawing/2014/main" id="{B6DDB906-1F52-4D64-8493-4816EDDD3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22">
              <a:extLst>
                <a:ext uri="{FF2B5EF4-FFF2-40B4-BE49-F238E27FC236}">
                  <a16:creationId xmlns:a16="http://schemas.microsoft.com/office/drawing/2014/main" id="{4FA472A5-ABEA-4961-897B-7EB96AF09A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23">
              <a:extLst>
                <a:ext uri="{FF2B5EF4-FFF2-40B4-BE49-F238E27FC236}">
                  <a16:creationId xmlns:a16="http://schemas.microsoft.com/office/drawing/2014/main" id="{54226E99-C38F-4456-A1F8-8897483FD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 24">
              <a:extLst>
                <a:ext uri="{FF2B5EF4-FFF2-40B4-BE49-F238E27FC236}">
                  <a16:creationId xmlns:a16="http://schemas.microsoft.com/office/drawing/2014/main" id="{0A4A0196-A383-4629-B9A5-9C87E846C1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25">
              <a:extLst>
                <a:ext uri="{FF2B5EF4-FFF2-40B4-BE49-F238E27FC236}">
                  <a16:creationId xmlns:a16="http://schemas.microsoft.com/office/drawing/2014/main" id="{BA5E608D-2E7B-4662-A9A0-18D4E0F0DC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26">
              <a:extLst>
                <a:ext uri="{FF2B5EF4-FFF2-40B4-BE49-F238E27FC236}">
                  <a16:creationId xmlns:a16="http://schemas.microsoft.com/office/drawing/2014/main" id="{5E211F37-790F-4BD7-B055-022AE0C2E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27">
              <a:extLst>
                <a:ext uri="{FF2B5EF4-FFF2-40B4-BE49-F238E27FC236}">
                  <a16:creationId xmlns:a16="http://schemas.microsoft.com/office/drawing/2014/main" id="{96F375D0-232A-490A-9499-CB5FBA3FD9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28">
              <a:extLst>
                <a:ext uri="{FF2B5EF4-FFF2-40B4-BE49-F238E27FC236}">
                  <a16:creationId xmlns:a16="http://schemas.microsoft.com/office/drawing/2014/main" id="{6B33B423-FD0F-4780-A0D6-32FC040B37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 29">
              <a:extLst>
                <a:ext uri="{FF2B5EF4-FFF2-40B4-BE49-F238E27FC236}">
                  <a16:creationId xmlns:a16="http://schemas.microsoft.com/office/drawing/2014/main" id="{B6BD1710-838F-4CDD-A000-C6C710A6A0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 30">
              <a:extLst>
                <a:ext uri="{FF2B5EF4-FFF2-40B4-BE49-F238E27FC236}">
                  <a16:creationId xmlns:a16="http://schemas.microsoft.com/office/drawing/2014/main" id="{0BB93533-1C95-4B0A-B0E2-168602B085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31">
              <a:extLst>
                <a:ext uri="{FF2B5EF4-FFF2-40B4-BE49-F238E27FC236}">
                  <a16:creationId xmlns:a16="http://schemas.microsoft.com/office/drawing/2014/main" id="{CB0B113D-1987-4D89-A475-511E092FE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68" name="Picture 2">
            <a:extLst>
              <a:ext uri="{FF2B5EF4-FFF2-40B4-BE49-F238E27FC236}">
                <a16:creationId xmlns:a16="http://schemas.microsoft.com/office/drawing/2014/main" id="{9BE36DBF-0333-4D36-A5BF-81FDA2406F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" y="-13238"/>
            <a:ext cx="4062718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dgm="http://schemas.openxmlformats.org/drawingml/2006/diagram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5F4291-73EF-2FB7-E7EE-0F9478CDA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134681"/>
            <a:ext cx="2743310" cy="4255025"/>
          </a:xfrm>
        </p:spPr>
        <p:txBody>
          <a:bodyPr>
            <a:normAutofit/>
          </a:bodyPr>
          <a:lstStyle/>
          <a:p>
            <a:r>
              <a:rPr lang="en-US" sz="3300" dirty="0">
                <a:solidFill>
                  <a:srgbClr val="FFFFFF"/>
                </a:solidFill>
              </a:rPr>
              <a:t>Response Comparison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3B64080-95D0-1C8A-C116-9E9BC21BD8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08477340"/>
              </p:ext>
            </p:extLst>
          </p:nvPr>
        </p:nvGraphicFramePr>
        <p:xfrm>
          <a:off x="4664970" y="2165079"/>
          <a:ext cx="6692749" cy="4106157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315767">
                  <a:extLst>
                    <a:ext uri="{9D8B030D-6E8A-4147-A177-3AD203B41FA5}">
                      <a16:colId xmlns:a16="http://schemas.microsoft.com/office/drawing/2014/main" val="2776174000"/>
                    </a:ext>
                  </a:extLst>
                </a:gridCol>
                <a:gridCol w="1718070">
                  <a:extLst>
                    <a:ext uri="{9D8B030D-6E8A-4147-A177-3AD203B41FA5}">
                      <a16:colId xmlns:a16="http://schemas.microsoft.com/office/drawing/2014/main" val="3221607237"/>
                    </a:ext>
                  </a:extLst>
                </a:gridCol>
                <a:gridCol w="1874562">
                  <a:extLst>
                    <a:ext uri="{9D8B030D-6E8A-4147-A177-3AD203B41FA5}">
                      <a16:colId xmlns:a16="http://schemas.microsoft.com/office/drawing/2014/main" val="3731427152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756465385"/>
                    </a:ext>
                  </a:extLst>
                </a:gridCol>
              </a:tblGrid>
              <a:tr h="704089">
                <a:tc>
                  <a:txBody>
                    <a:bodyPr/>
                    <a:lstStyle/>
                    <a:p>
                      <a:pPr algn="ctr"/>
                      <a:r>
                        <a:rPr lang="en-US" sz="1800" b="1" cap="none" spc="30">
                          <a:solidFill>
                            <a:schemeClr val="bg1"/>
                          </a:solidFill>
                        </a:rPr>
                        <a:t>Prompt</a:t>
                      </a:r>
                    </a:p>
                  </a:txBody>
                  <a:tcPr marL="0" marR="10627" marT="53138" marB="5313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cap="none" spc="30">
                          <a:solidFill>
                            <a:schemeClr val="bg1"/>
                          </a:solidFill>
                        </a:rPr>
                        <a:t>ChatGPT Solution</a:t>
                      </a:r>
                    </a:p>
                  </a:txBody>
                  <a:tcPr marL="0" marR="10627" marT="53138" marB="5313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cap="none" spc="30" dirty="0">
                          <a:solidFill>
                            <a:schemeClr val="bg1"/>
                          </a:solidFill>
                        </a:rPr>
                        <a:t>Gemini Solution</a:t>
                      </a:r>
                    </a:p>
                  </a:txBody>
                  <a:tcPr marL="0" marR="10627" marT="53138" marB="5313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cap="none" spc="30" dirty="0">
                          <a:solidFill>
                            <a:schemeClr val="bg1"/>
                          </a:solidFill>
                        </a:rPr>
                        <a:t>Copilot Solution</a:t>
                      </a:r>
                    </a:p>
                  </a:txBody>
                  <a:tcPr marL="0" marR="10627" marT="53138" marB="53138" anchor="ctr"/>
                </a:tc>
                <a:extLst>
                  <a:ext uri="{0D108BD9-81ED-4DB2-BD59-A6C34878D82A}">
                    <a16:rowId xmlns:a16="http://schemas.microsoft.com/office/drawing/2014/main" val="2798119154"/>
                  </a:ext>
                </a:extLst>
              </a:tr>
              <a:tr h="556116">
                <a:tc>
                  <a:txBody>
                    <a:bodyPr/>
                    <a:lstStyle/>
                    <a:p>
                      <a:pPr algn="ctr"/>
                      <a:r>
                        <a:rPr lang="en-US" sz="1400" b="1" cap="none" spc="0">
                          <a:solidFill>
                            <a:schemeClr val="tx1"/>
                          </a:solidFill>
                        </a:rPr>
                        <a:t>Algorithm Selection</a:t>
                      </a: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 dirty="0">
                          <a:solidFill>
                            <a:schemeClr val="tx1"/>
                          </a:solidFill>
                        </a:rPr>
                        <a:t>Argon2 or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</a:rPr>
                        <a:t>bcrypt</a:t>
                      </a:r>
                      <a:endParaRPr lang="en-US" sz="1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 dirty="0">
                          <a:solidFill>
                            <a:schemeClr val="tx1"/>
                          </a:solidFill>
                        </a:rPr>
                        <a:t>Argon2id or </a:t>
                      </a:r>
                      <a:r>
                        <a:rPr lang="en-US" sz="1400" cap="none" spc="0" dirty="0" err="1">
                          <a:solidFill>
                            <a:schemeClr val="tx1"/>
                          </a:solidFill>
                        </a:rPr>
                        <a:t>bcrypt</a:t>
                      </a:r>
                      <a:endParaRPr lang="en-US" sz="1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Argon2id</a:t>
                      </a:r>
                    </a:p>
                  </a:txBody>
                  <a:tcPr marL="0" marR="106276" marT="53138" marB="53138"/>
                </a:tc>
                <a:extLst>
                  <a:ext uri="{0D108BD9-81ED-4DB2-BD59-A6C34878D82A}">
                    <a16:rowId xmlns:a16="http://schemas.microsoft.com/office/drawing/2014/main" val="24900831"/>
                  </a:ext>
                </a:extLst>
              </a:tr>
              <a:tr h="348952">
                <a:tc>
                  <a:txBody>
                    <a:bodyPr/>
                    <a:lstStyle/>
                    <a:p>
                      <a:pPr algn="ctr"/>
                      <a:r>
                        <a:rPr lang="en-US" sz="1400" b="1" cap="none" spc="0">
                          <a:solidFill>
                            <a:srgbClr val="000000"/>
                          </a:solidFill>
                        </a:rPr>
                        <a:t>Optimization</a:t>
                      </a:r>
                    </a:p>
                  </a:txBody>
                  <a:tcPr marL="53138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rgbClr val="000000"/>
                          </a:solidFill>
                        </a:rPr>
                        <a:t>AES-256-GCM </a:t>
                      </a:r>
                    </a:p>
                  </a:txBody>
                  <a:tcPr marL="53138" marR="106276" marT="53138" marB="5313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>
                          <a:solidFill>
                            <a:srgbClr val="000000"/>
                          </a:solidFill>
                        </a:rPr>
                        <a:t>AES-GCM</a:t>
                      </a:r>
                    </a:p>
                  </a:txBody>
                  <a:tcPr marL="53138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rgbClr val="000000"/>
                          </a:solidFill>
                        </a:rPr>
                        <a:t>AES-256-GCM</a:t>
                      </a:r>
                    </a:p>
                  </a:txBody>
                  <a:tcPr marL="53138" marR="106276" marT="53138" marB="53138"/>
                </a:tc>
                <a:extLst>
                  <a:ext uri="{0D108BD9-81ED-4DB2-BD59-A6C34878D82A}">
                    <a16:rowId xmlns:a16="http://schemas.microsoft.com/office/drawing/2014/main" val="2678254246"/>
                  </a:ext>
                </a:extLst>
              </a:tr>
              <a:tr h="556116">
                <a:tc>
                  <a:txBody>
                    <a:bodyPr/>
                    <a:lstStyle/>
                    <a:p>
                      <a:pPr algn="ctr"/>
                      <a:r>
                        <a:rPr lang="en-US" sz="1400" b="1" cap="none" spc="0">
                          <a:solidFill>
                            <a:schemeClr val="tx1"/>
                          </a:solidFill>
                        </a:rPr>
                        <a:t>Complexity O(1)</a:t>
                      </a: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XOR, bit rotation</a:t>
                      </a: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 dirty="0">
                          <a:solidFill>
                            <a:schemeClr val="tx1"/>
                          </a:solidFill>
                        </a:rPr>
                        <a:t>Secret key, rearrange bits</a:t>
                      </a: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SHA-256 Hashing</a:t>
                      </a:r>
                    </a:p>
                  </a:txBody>
                  <a:tcPr marL="0" marR="106276" marT="53138" marB="53138"/>
                </a:tc>
                <a:extLst>
                  <a:ext uri="{0D108BD9-81ED-4DB2-BD59-A6C34878D82A}">
                    <a16:rowId xmlns:a16="http://schemas.microsoft.com/office/drawing/2014/main" val="1773393556"/>
                  </a:ext>
                </a:extLst>
              </a:tr>
              <a:tr h="970442">
                <a:tc>
                  <a:txBody>
                    <a:bodyPr/>
                    <a:lstStyle/>
                    <a:p>
                      <a:pPr algn="ctr"/>
                      <a:r>
                        <a:rPr lang="en-US" sz="1400" b="1" cap="none" spc="0">
                          <a:solidFill>
                            <a:srgbClr val="000000"/>
                          </a:solidFill>
                        </a:rPr>
                        <a:t>Complexity O(log n)</a:t>
                      </a:r>
                    </a:p>
                  </a:txBody>
                  <a:tcPr marL="53138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rgbClr val="000000"/>
                          </a:solidFill>
                        </a:rPr>
                        <a:t>Binary search tree, key based on hash</a:t>
                      </a:r>
                    </a:p>
                  </a:txBody>
                  <a:tcPr marL="53138" marR="106276" marT="53138" marB="5313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 dirty="0">
                          <a:solidFill>
                            <a:srgbClr val="000000"/>
                          </a:solidFill>
                        </a:rPr>
                        <a:t>Scrambles proportional to number size, new key each time</a:t>
                      </a:r>
                    </a:p>
                  </a:txBody>
                  <a:tcPr marL="53138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rgbClr val="000000"/>
                          </a:solidFill>
                        </a:rPr>
                        <a:t>Convert to base-36, modular exponentiation </a:t>
                      </a:r>
                    </a:p>
                  </a:txBody>
                  <a:tcPr marL="53138" marR="106276" marT="53138" marB="53138"/>
                </a:tc>
                <a:extLst>
                  <a:ext uri="{0D108BD9-81ED-4DB2-BD59-A6C34878D82A}">
                    <a16:rowId xmlns:a16="http://schemas.microsoft.com/office/drawing/2014/main" val="1936917171"/>
                  </a:ext>
                </a:extLst>
              </a:tr>
              <a:tr h="970442">
                <a:tc>
                  <a:txBody>
                    <a:bodyPr/>
                    <a:lstStyle/>
                    <a:p>
                      <a:pPr algn="ctr"/>
                      <a:r>
                        <a:rPr lang="en-US" sz="1400" b="1" cap="none" spc="0">
                          <a:solidFill>
                            <a:schemeClr val="tx1"/>
                          </a:solidFill>
                        </a:rPr>
                        <a:t>Security Analysis</a:t>
                      </a: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SHA-256 or SHA-3</a:t>
                      </a:r>
                    </a:p>
                    <a:p>
                      <a:pPr algn="ctr"/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Argon2</a:t>
                      </a:r>
                    </a:p>
                    <a:p>
                      <a:pPr algn="ctr"/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Chain hashes</a:t>
                      </a: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Hash tree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Argon2id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Chain hashes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>
                          <a:solidFill>
                            <a:schemeClr val="tx1"/>
                          </a:solidFill>
                        </a:rPr>
                        <a:t>512-bit output length</a:t>
                      </a:r>
                    </a:p>
                  </a:txBody>
                  <a:tcPr marL="0" marR="106276" marT="53138" marB="53138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cap="none" spc="0" dirty="0">
                          <a:solidFill>
                            <a:schemeClr val="tx1"/>
                          </a:solidFill>
                        </a:rPr>
                        <a:t>SHA-3-512</a:t>
                      </a:r>
                    </a:p>
                    <a:p>
                      <a:pPr algn="ctr"/>
                      <a:r>
                        <a:rPr lang="en-US" sz="1400" cap="none" spc="0" dirty="0">
                          <a:solidFill>
                            <a:schemeClr val="tx1"/>
                          </a:solidFill>
                        </a:rPr>
                        <a:t>Argon2id</a:t>
                      </a:r>
                    </a:p>
                    <a:p>
                      <a:pPr algn="ctr"/>
                      <a:r>
                        <a:rPr lang="en-US" sz="1400" cap="none" spc="0" dirty="0">
                          <a:solidFill>
                            <a:schemeClr val="tx1"/>
                          </a:solidFill>
                        </a:rPr>
                        <a:t>Chain hashes</a:t>
                      </a:r>
                    </a:p>
                  </a:txBody>
                  <a:tcPr marL="0" marR="106276" marT="53138" marB="53138"/>
                </a:tc>
                <a:extLst>
                  <a:ext uri="{0D108BD9-81ED-4DB2-BD59-A6C34878D82A}">
                    <a16:rowId xmlns:a16="http://schemas.microsoft.com/office/drawing/2014/main" val="3038663634"/>
                  </a:ext>
                </a:extLst>
              </a:tr>
            </a:tbl>
          </a:graphicData>
        </a:graphic>
      </p:graphicFrame>
      <p:pic>
        <p:nvPicPr>
          <p:cNvPr id="1026" name="Picture 2" descr="Download Clear OpenAI ChatGPT Logo - Different ChatGPT Dimensions With ...">
            <a:extLst>
              <a:ext uri="{FF2B5EF4-FFF2-40B4-BE49-F238E27FC236}">
                <a16:creationId xmlns:a16="http://schemas.microsoft.com/office/drawing/2014/main" id="{D6A58910-F99E-66FB-1D7D-CFA3C5C144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5478" y="891904"/>
            <a:ext cx="1128183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icrosoft Copilot Logo 免费下载 SVG, PNG... · LobeHub">
            <a:extLst>
              <a:ext uri="{FF2B5EF4-FFF2-40B4-BE49-F238E27FC236}">
                <a16:creationId xmlns:a16="http://schemas.microsoft.com/office/drawing/2014/main" id="{29040ACB-7BE7-1F01-EEFE-55DB04229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8426" y="899048"/>
            <a:ext cx="1143000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emini (Google) Logo 免费下载 SVG, PNG, ... · LobeHub">
            <a:extLst>
              <a:ext uri="{FF2B5EF4-FFF2-40B4-BE49-F238E27FC236}">
                <a16:creationId xmlns:a16="http://schemas.microsoft.com/office/drawing/2014/main" id="{C9C37535-667A-196B-78F5-0624255D48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0144" y="891904"/>
            <a:ext cx="1143000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92741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4B9C16B-AC4A-44ED-9075-F76549B46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2A2FEB6-F419-4684-9ABC-9E32E012E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100" y="-11384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1E24A15-28D6-4CEB-9268-0BB0BEEAF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4345933F-9633-4510-90E1-08B0E2A19E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C68A48FB-1BE4-4053-A76F-5A5511BA0E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8149777B-6A9F-4C95-BF44-F964645071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0654845E-622A-4AD3-8F3A-6E1DEAB5FC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DF1C0739-3D08-4C83-857E-B0724A6E8C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D235EAA0-7D5A-453A-9643-EE7A4954EA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94C6FB7C-72DE-42DE-8F58-CCE9B8F556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3">
              <a:extLst>
                <a:ext uri="{FF2B5EF4-FFF2-40B4-BE49-F238E27FC236}">
                  <a16:creationId xmlns:a16="http://schemas.microsoft.com/office/drawing/2014/main" id="{FE31E0FE-EC8D-4EA7-BD9D-02F8C54FDB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4">
              <a:extLst>
                <a:ext uri="{FF2B5EF4-FFF2-40B4-BE49-F238E27FC236}">
                  <a16:creationId xmlns:a16="http://schemas.microsoft.com/office/drawing/2014/main" id="{69FE4B12-13E0-48F9-9E18-66406B8D3C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5">
              <a:extLst>
                <a:ext uri="{FF2B5EF4-FFF2-40B4-BE49-F238E27FC236}">
                  <a16:creationId xmlns:a16="http://schemas.microsoft.com/office/drawing/2014/main" id="{87FAADC3-B321-43EE-B8F3-2842D84098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Line 16">
              <a:extLst>
                <a:ext uri="{FF2B5EF4-FFF2-40B4-BE49-F238E27FC236}">
                  <a16:creationId xmlns:a16="http://schemas.microsoft.com/office/drawing/2014/main" id="{90461464-1683-402F-A72B-8558CC6777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7">
              <a:extLst>
                <a:ext uri="{FF2B5EF4-FFF2-40B4-BE49-F238E27FC236}">
                  <a16:creationId xmlns:a16="http://schemas.microsoft.com/office/drawing/2014/main" id="{70F594E7-32D0-45B9-A3CF-636CF6FCBD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8">
              <a:extLst>
                <a:ext uri="{FF2B5EF4-FFF2-40B4-BE49-F238E27FC236}">
                  <a16:creationId xmlns:a16="http://schemas.microsoft.com/office/drawing/2014/main" id="{8AEF60E1-26C2-4E3C-B839-347DDD23C3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9">
              <a:extLst>
                <a:ext uri="{FF2B5EF4-FFF2-40B4-BE49-F238E27FC236}">
                  <a16:creationId xmlns:a16="http://schemas.microsoft.com/office/drawing/2014/main" id="{792FE54B-EE9D-4E57-B6BC-6A9196BE89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0">
              <a:extLst>
                <a:ext uri="{FF2B5EF4-FFF2-40B4-BE49-F238E27FC236}">
                  <a16:creationId xmlns:a16="http://schemas.microsoft.com/office/drawing/2014/main" id="{72BE56DF-619D-463E-8F88-CABA09DA88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Rectangle 21">
              <a:extLst>
                <a:ext uri="{FF2B5EF4-FFF2-40B4-BE49-F238E27FC236}">
                  <a16:creationId xmlns:a16="http://schemas.microsoft.com/office/drawing/2014/main" id="{C7430457-1935-4BBF-A6A7-7C3125A02E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2">
              <a:extLst>
                <a:ext uri="{FF2B5EF4-FFF2-40B4-BE49-F238E27FC236}">
                  <a16:creationId xmlns:a16="http://schemas.microsoft.com/office/drawing/2014/main" id="{BB006150-E547-4E84-A2B1-59131F3D53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3">
              <a:extLst>
                <a:ext uri="{FF2B5EF4-FFF2-40B4-BE49-F238E27FC236}">
                  <a16:creationId xmlns:a16="http://schemas.microsoft.com/office/drawing/2014/main" id="{5A8CD074-956B-41A4-870B-001554B69B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4">
              <a:extLst>
                <a:ext uri="{FF2B5EF4-FFF2-40B4-BE49-F238E27FC236}">
                  <a16:creationId xmlns:a16="http://schemas.microsoft.com/office/drawing/2014/main" id="{070C253B-974E-459F-AD0B-7057224828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5">
              <a:extLst>
                <a:ext uri="{FF2B5EF4-FFF2-40B4-BE49-F238E27FC236}">
                  <a16:creationId xmlns:a16="http://schemas.microsoft.com/office/drawing/2014/main" id="{BBC07B3D-A631-44EA-861A-7D80383A10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6">
              <a:extLst>
                <a:ext uri="{FF2B5EF4-FFF2-40B4-BE49-F238E27FC236}">
                  <a16:creationId xmlns:a16="http://schemas.microsoft.com/office/drawing/2014/main" id="{32039DC6-B4CF-4A5A-8D17-3A568D125C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7">
              <a:extLst>
                <a:ext uri="{FF2B5EF4-FFF2-40B4-BE49-F238E27FC236}">
                  <a16:creationId xmlns:a16="http://schemas.microsoft.com/office/drawing/2014/main" id="{99E0C81F-5D8D-4AF8-BDE5-4DF75868F7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8">
              <a:extLst>
                <a:ext uri="{FF2B5EF4-FFF2-40B4-BE49-F238E27FC236}">
                  <a16:creationId xmlns:a16="http://schemas.microsoft.com/office/drawing/2014/main" id="{0D946680-855C-41EC-BBA2-61F6F776E5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9">
              <a:extLst>
                <a:ext uri="{FF2B5EF4-FFF2-40B4-BE49-F238E27FC236}">
                  <a16:creationId xmlns:a16="http://schemas.microsoft.com/office/drawing/2014/main" id="{E6FAD9E8-6E13-45A0-A5D6-8BCAD27B4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0">
              <a:extLst>
                <a:ext uri="{FF2B5EF4-FFF2-40B4-BE49-F238E27FC236}">
                  <a16:creationId xmlns:a16="http://schemas.microsoft.com/office/drawing/2014/main" id="{0CCBC8FA-0581-454F-9FD1-6B6102A1A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1">
              <a:extLst>
                <a:ext uri="{FF2B5EF4-FFF2-40B4-BE49-F238E27FC236}">
                  <a16:creationId xmlns:a16="http://schemas.microsoft.com/office/drawing/2014/main" id="{5D6C328F-65A5-41E8-86E9-E4E638CC3B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40" name="Picture 2">
            <a:extLst>
              <a:ext uri="{FF2B5EF4-FFF2-40B4-BE49-F238E27FC236}">
                <a16:creationId xmlns:a16="http://schemas.microsoft.com/office/drawing/2014/main" id="{3E94A106-9341-485C-9057-9D62B2BD08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" y="-2"/>
            <a:ext cx="4061525" cy="6858001"/>
          </a:xfrm>
          <a:prstGeom prst="rect">
            <a:avLst/>
          </a:prstGeom>
          <a:extLst>
            <a:ext uri="{909E8E84-426E-40dd-AFC4-6F175D3DCCD1}">
              <a14:hiddenFill xmlns="" xmlns:a16="http://schemas.microsoft.com/office/drawing/2014/main" xmlns:p14="http://schemas.microsoft.com/office/powerpoint/2010/main" xmlns:dgm="http://schemas.openxmlformats.org/drawingml/2006/diagram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B53044DC-4918-43DA-B49D-91673C6C94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53"/>
            <a:ext cx="4055621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DCE6B36-1420-43AB-86CF-4E653A51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90" y="-9998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tx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45" name="Rectangle 5">
              <a:extLst>
                <a:ext uri="{FF2B5EF4-FFF2-40B4-BE49-F238E27FC236}">
                  <a16:creationId xmlns:a16="http://schemas.microsoft.com/office/drawing/2014/main" id="{72626E0B-9628-468E-A713-011C02F602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6">
              <a:extLst>
                <a:ext uri="{FF2B5EF4-FFF2-40B4-BE49-F238E27FC236}">
                  <a16:creationId xmlns:a16="http://schemas.microsoft.com/office/drawing/2014/main" id="{93F7977A-BD91-4B0D-9A8D-372DB67AD8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7">
              <a:extLst>
                <a:ext uri="{FF2B5EF4-FFF2-40B4-BE49-F238E27FC236}">
                  <a16:creationId xmlns:a16="http://schemas.microsoft.com/office/drawing/2014/main" id="{9FEE6A56-01A1-404D-864E-1C2587C9A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8">
              <a:extLst>
                <a:ext uri="{FF2B5EF4-FFF2-40B4-BE49-F238E27FC236}">
                  <a16:creationId xmlns:a16="http://schemas.microsoft.com/office/drawing/2014/main" id="{E74DBBF2-EF6F-4E3E-B183-F8EEE76094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9">
              <a:extLst>
                <a:ext uri="{FF2B5EF4-FFF2-40B4-BE49-F238E27FC236}">
                  <a16:creationId xmlns:a16="http://schemas.microsoft.com/office/drawing/2014/main" id="{ABCF0F27-B056-474C-A0FB-1DB747A92F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10">
              <a:extLst>
                <a:ext uri="{FF2B5EF4-FFF2-40B4-BE49-F238E27FC236}">
                  <a16:creationId xmlns:a16="http://schemas.microsoft.com/office/drawing/2014/main" id="{0A0A5B7B-BA2A-45CC-AABE-9D5B08A5DB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11">
              <a:extLst>
                <a:ext uri="{FF2B5EF4-FFF2-40B4-BE49-F238E27FC236}">
                  <a16:creationId xmlns:a16="http://schemas.microsoft.com/office/drawing/2014/main" id="{3C9A5D2B-1787-4954-9108-B9D497A87C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12">
              <a:extLst>
                <a:ext uri="{FF2B5EF4-FFF2-40B4-BE49-F238E27FC236}">
                  <a16:creationId xmlns:a16="http://schemas.microsoft.com/office/drawing/2014/main" id="{818C4F8B-7556-49A7-83C6-C8F631F6A9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13">
              <a:extLst>
                <a:ext uri="{FF2B5EF4-FFF2-40B4-BE49-F238E27FC236}">
                  <a16:creationId xmlns:a16="http://schemas.microsoft.com/office/drawing/2014/main" id="{22BED614-D078-47EA-9C72-190217FDD5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14">
              <a:extLst>
                <a:ext uri="{FF2B5EF4-FFF2-40B4-BE49-F238E27FC236}">
                  <a16:creationId xmlns:a16="http://schemas.microsoft.com/office/drawing/2014/main" id="{73DE0BF2-86D7-4038-AC4B-AF0F116A58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15">
              <a:extLst>
                <a:ext uri="{FF2B5EF4-FFF2-40B4-BE49-F238E27FC236}">
                  <a16:creationId xmlns:a16="http://schemas.microsoft.com/office/drawing/2014/main" id="{11D8BB55-D027-420C-9EF9-49B3BA79DC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Line 16">
              <a:extLst>
                <a:ext uri="{FF2B5EF4-FFF2-40B4-BE49-F238E27FC236}">
                  <a16:creationId xmlns:a16="http://schemas.microsoft.com/office/drawing/2014/main" id="{3FAEF5CE-07ED-46A7-9777-D86C707195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17">
              <a:extLst>
                <a:ext uri="{FF2B5EF4-FFF2-40B4-BE49-F238E27FC236}">
                  <a16:creationId xmlns:a16="http://schemas.microsoft.com/office/drawing/2014/main" id="{29CAFB1A-357C-4313-B734-1CD4E4F9D2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18">
              <a:extLst>
                <a:ext uri="{FF2B5EF4-FFF2-40B4-BE49-F238E27FC236}">
                  <a16:creationId xmlns:a16="http://schemas.microsoft.com/office/drawing/2014/main" id="{653161D3-8634-4BB7-A2BC-028C4EAA1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19">
              <a:extLst>
                <a:ext uri="{FF2B5EF4-FFF2-40B4-BE49-F238E27FC236}">
                  <a16:creationId xmlns:a16="http://schemas.microsoft.com/office/drawing/2014/main" id="{9537546A-6FF1-408B-AFE2-BBF7D34823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20">
              <a:extLst>
                <a:ext uri="{FF2B5EF4-FFF2-40B4-BE49-F238E27FC236}">
                  <a16:creationId xmlns:a16="http://schemas.microsoft.com/office/drawing/2014/main" id="{F73EE662-79B7-404B-B1B8-0E096BE4CD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Rectangle 21">
              <a:extLst>
                <a:ext uri="{FF2B5EF4-FFF2-40B4-BE49-F238E27FC236}">
                  <a16:creationId xmlns:a16="http://schemas.microsoft.com/office/drawing/2014/main" id="{B6DDB906-1F52-4D64-8493-4816EDDD3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22">
              <a:extLst>
                <a:ext uri="{FF2B5EF4-FFF2-40B4-BE49-F238E27FC236}">
                  <a16:creationId xmlns:a16="http://schemas.microsoft.com/office/drawing/2014/main" id="{4FA472A5-ABEA-4961-897B-7EB96AF09A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23">
              <a:extLst>
                <a:ext uri="{FF2B5EF4-FFF2-40B4-BE49-F238E27FC236}">
                  <a16:creationId xmlns:a16="http://schemas.microsoft.com/office/drawing/2014/main" id="{54226E99-C38F-4456-A1F8-8897483FD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24">
              <a:extLst>
                <a:ext uri="{FF2B5EF4-FFF2-40B4-BE49-F238E27FC236}">
                  <a16:creationId xmlns:a16="http://schemas.microsoft.com/office/drawing/2014/main" id="{0A4A0196-A383-4629-B9A5-9C87E846C1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25">
              <a:extLst>
                <a:ext uri="{FF2B5EF4-FFF2-40B4-BE49-F238E27FC236}">
                  <a16:creationId xmlns:a16="http://schemas.microsoft.com/office/drawing/2014/main" id="{BA5E608D-2E7B-4662-A9A0-18D4E0F0DC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26">
              <a:extLst>
                <a:ext uri="{FF2B5EF4-FFF2-40B4-BE49-F238E27FC236}">
                  <a16:creationId xmlns:a16="http://schemas.microsoft.com/office/drawing/2014/main" id="{5E211F37-790F-4BD7-B055-022AE0C2E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27">
              <a:extLst>
                <a:ext uri="{FF2B5EF4-FFF2-40B4-BE49-F238E27FC236}">
                  <a16:creationId xmlns:a16="http://schemas.microsoft.com/office/drawing/2014/main" id="{96F375D0-232A-490A-9499-CB5FBA3FD9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28">
              <a:extLst>
                <a:ext uri="{FF2B5EF4-FFF2-40B4-BE49-F238E27FC236}">
                  <a16:creationId xmlns:a16="http://schemas.microsoft.com/office/drawing/2014/main" id="{6B33B423-FD0F-4780-A0D6-32FC040B37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29">
              <a:extLst>
                <a:ext uri="{FF2B5EF4-FFF2-40B4-BE49-F238E27FC236}">
                  <a16:creationId xmlns:a16="http://schemas.microsoft.com/office/drawing/2014/main" id="{B6BD1710-838F-4CDD-A000-C6C710A6A0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30">
              <a:extLst>
                <a:ext uri="{FF2B5EF4-FFF2-40B4-BE49-F238E27FC236}">
                  <a16:creationId xmlns:a16="http://schemas.microsoft.com/office/drawing/2014/main" id="{0BB93533-1C95-4B0A-B0E2-168602B085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31">
              <a:extLst>
                <a:ext uri="{FF2B5EF4-FFF2-40B4-BE49-F238E27FC236}">
                  <a16:creationId xmlns:a16="http://schemas.microsoft.com/office/drawing/2014/main" id="{CB0B113D-1987-4D89-A475-511E092FE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73" name="Picture 2">
            <a:extLst>
              <a:ext uri="{FF2B5EF4-FFF2-40B4-BE49-F238E27FC236}">
                <a16:creationId xmlns:a16="http://schemas.microsoft.com/office/drawing/2014/main" id="{9BE36DBF-0333-4D36-A5BF-81FDA2406F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" y="-13238"/>
            <a:ext cx="4062718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dgm="http://schemas.openxmlformats.org/drawingml/2006/diagram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C0E0BBA-7667-2FF9-EF48-9DA6C79DD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134681"/>
            <a:ext cx="2743310" cy="4255025"/>
          </a:xfrm>
        </p:spPr>
        <p:txBody>
          <a:bodyPr>
            <a:normAutofit/>
          </a:bodyPr>
          <a:lstStyle/>
          <a:p>
            <a:r>
              <a:rPr lang="en-US" sz="3100" dirty="0">
                <a:solidFill>
                  <a:srgbClr val="FFFFFF"/>
                </a:solidFill>
              </a:rPr>
              <a:t>Observations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0372A87-55FB-74AF-63D0-AA8FDE22CE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8648754"/>
              </p:ext>
            </p:extLst>
          </p:nvPr>
        </p:nvGraphicFramePr>
        <p:xfrm>
          <a:off x="4662189" y="1134682"/>
          <a:ext cx="6692748" cy="42550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143081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4B9C16B-AC4A-44ED-9075-F76549B46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2A2FEB6-F419-4684-9ABC-9E32E012E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100" y="-11384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3" name="Rectangle 5">
              <a:extLst>
                <a:ext uri="{FF2B5EF4-FFF2-40B4-BE49-F238E27FC236}">
                  <a16:creationId xmlns:a16="http://schemas.microsoft.com/office/drawing/2014/main" id="{21E24A15-28D6-4CEB-9268-0BB0BEEAF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345933F-9633-4510-90E1-08B0E2A19E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7">
              <a:extLst>
                <a:ext uri="{FF2B5EF4-FFF2-40B4-BE49-F238E27FC236}">
                  <a16:creationId xmlns:a16="http://schemas.microsoft.com/office/drawing/2014/main" id="{C68A48FB-1BE4-4053-A76F-5A5511BA0E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8">
              <a:extLst>
                <a:ext uri="{FF2B5EF4-FFF2-40B4-BE49-F238E27FC236}">
                  <a16:creationId xmlns:a16="http://schemas.microsoft.com/office/drawing/2014/main" id="{8149777B-6A9F-4C95-BF44-F964645071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0654845E-622A-4AD3-8F3A-6E1DEAB5FC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10">
              <a:extLst>
                <a:ext uri="{FF2B5EF4-FFF2-40B4-BE49-F238E27FC236}">
                  <a16:creationId xmlns:a16="http://schemas.microsoft.com/office/drawing/2014/main" id="{DF1C0739-3D08-4C83-857E-B0724A6E8C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D235EAA0-7D5A-453A-9643-EE7A4954EA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2">
              <a:extLst>
                <a:ext uri="{FF2B5EF4-FFF2-40B4-BE49-F238E27FC236}">
                  <a16:creationId xmlns:a16="http://schemas.microsoft.com/office/drawing/2014/main" id="{94C6FB7C-72DE-42DE-8F58-CCE9B8F556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3">
              <a:extLst>
                <a:ext uri="{FF2B5EF4-FFF2-40B4-BE49-F238E27FC236}">
                  <a16:creationId xmlns:a16="http://schemas.microsoft.com/office/drawing/2014/main" id="{FE31E0FE-EC8D-4EA7-BD9D-02F8C54FDB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4">
              <a:extLst>
                <a:ext uri="{FF2B5EF4-FFF2-40B4-BE49-F238E27FC236}">
                  <a16:creationId xmlns:a16="http://schemas.microsoft.com/office/drawing/2014/main" id="{69FE4B12-13E0-48F9-9E18-66406B8D3C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87FAADC3-B321-43EE-B8F3-2842D84098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Line 16">
              <a:extLst>
                <a:ext uri="{FF2B5EF4-FFF2-40B4-BE49-F238E27FC236}">
                  <a16:creationId xmlns:a16="http://schemas.microsoft.com/office/drawing/2014/main" id="{90461464-1683-402F-A72B-8558CC6777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70F594E7-32D0-45B9-A3CF-636CF6FCBD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8AEF60E1-26C2-4E3C-B839-347DDD23C3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792FE54B-EE9D-4E57-B6BC-6A9196BE89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0">
              <a:extLst>
                <a:ext uri="{FF2B5EF4-FFF2-40B4-BE49-F238E27FC236}">
                  <a16:creationId xmlns:a16="http://schemas.microsoft.com/office/drawing/2014/main" id="{72BE56DF-619D-463E-8F88-CABA09DA88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Rectangle 21">
              <a:extLst>
                <a:ext uri="{FF2B5EF4-FFF2-40B4-BE49-F238E27FC236}">
                  <a16:creationId xmlns:a16="http://schemas.microsoft.com/office/drawing/2014/main" id="{C7430457-1935-4BBF-A6A7-7C3125A02E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BB006150-E547-4E84-A2B1-59131F3D53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5A8CD074-956B-41A4-870B-001554B69B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070C253B-974E-459F-AD0B-7057224828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BBC07B3D-A631-44EA-861A-7D80383A10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6">
              <a:extLst>
                <a:ext uri="{FF2B5EF4-FFF2-40B4-BE49-F238E27FC236}">
                  <a16:creationId xmlns:a16="http://schemas.microsoft.com/office/drawing/2014/main" id="{32039DC6-B4CF-4A5A-8D17-3A568D125C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7">
              <a:extLst>
                <a:ext uri="{FF2B5EF4-FFF2-40B4-BE49-F238E27FC236}">
                  <a16:creationId xmlns:a16="http://schemas.microsoft.com/office/drawing/2014/main" id="{99E0C81F-5D8D-4AF8-BDE5-4DF75868F7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8">
              <a:extLst>
                <a:ext uri="{FF2B5EF4-FFF2-40B4-BE49-F238E27FC236}">
                  <a16:creationId xmlns:a16="http://schemas.microsoft.com/office/drawing/2014/main" id="{0D946680-855C-41EC-BBA2-61F6F776E5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E6FAD9E8-6E13-45A0-A5D6-8BCAD27B4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0CCBC8FA-0581-454F-9FD1-6B6102A1A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5D6C328F-65A5-41E8-86E9-E4E638CC3B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41" name="Picture 2">
            <a:extLst>
              <a:ext uri="{FF2B5EF4-FFF2-40B4-BE49-F238E27FC236}">
                <a16:creationId xmlns:a16="http://schemas.microsoft.com/office/drawing/2014/main" id="{3E94A106-9341-485C-9057-9D62B2BD08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" y="-2"/>
            <a:ext cx="4061525" cy="6858001"/>
          </a:xfrm>
          <a:prstGeom prst="rect">
            <a:avLst/>
          </a:prstGeom>
          <a:extLst>
            <a:ext uri="{909E8E84-426E-40dd-AFC4-6F175D3DCCD1}">
              <a14:hiddenFill xmlns="" xmlns:a16="http://schemas.microsoft.com/office/drawing/2014/main" xmlns:p14="http://schemas.microsoft.com/office/powerpoint/2010/main" xmlns:dgm="http://schemas.openxmlformats.org/drawingml/2006/diagram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B53044DC-4918-43DA-B49D-91673C6C94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53"/>
            <a:ext cx="4055621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DCE6B36-1420-43AB-86CF-4E653A51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90" y="-9998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tx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46" name="Rectangle 5">
              <a:extLst>
                <a:ext uri="{FF2B5EF4-FFF2-40B4-BE49-F238E27FC236}">
                  <a16:creationId xmlns:a16="http://schemas.microsoft.com/office/drawing/2014/main" id="{72626E0B-9628-468E-A713-011C02F602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6">
              <a:extLst>
                <a:ext uri="{FF2B5EF4-FFF2-40B4-BE49-F238E27FC236}">
                  <a16:creationId xmlns:a16="http://schemas.microsoft.com/office/drawing/2014/main" id="{93F7977A-BD91-4B0D-9A8D-372DB67AD8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7">
              <a:extLst>
                <a:ext uri="{FF2B5EF4-FFF2-40B4-BE49-F238E27FC236}">
                  <a16:creationId xmlns:a16="http://schemas.microsoft.com/office/drawing/2014/main" id="{9FEE6A56-01A1-404D-864E-1C2587C9A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8">
              <a:extLst>
                <a:ext uri="{FF2B5EF4-FFF2-40B4-BE49-F238E27FC236}">
                  <a16:creationId xmlns:a16="http://schemas.microsoft.com/office/drawing/2014/main" id="{E74DBBF2-EF6F-4E3E-B183-F8EEE76094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9">
              <a:extLst>
                <a:ext uri="{FF2B5EF4-FFF2-40B4-BE49-F238E27FC236}">
                  <a16:creationId xmlns:a16="http://schemas.microsoft.com/office/drawing/2014/main" id="{ABCF0F27-B056-474C-A0FB-1DB747A92F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10">
              <a:extLst>
                <a:ext uri="{FF2B5EF4-FFF2-40B4-BE49-F238E27FC236}">
                  <a16:creationId xmlns:a16="http://schemas.microsoft.com/office/drawing/2014/main" id="{0A0A5B7B-BA2A-45CC-AABE-9D5B08A5DB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11">
              <a:extLst>
                <a:ext uri="{FF2B5EF4-FFF2-40B4-BE49-F238E27FC236}">
                  <a16:creationId xmlns:a16="http://schemas.microsoft.com/office/drawing/2014/main" id="{3C9A5D2B-1787-4954-9108-B9D497A87C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12">
              <a:extLst>
                <a:ext uri="{FF2B5EF4-FFF2-40B4-BE49-F238E27FC236}">
                  <a16:creationId xmlns:a16="http://schemas.microsoft.com/office/drawing/2014/main" id="{818C4F8B-7556-49A7-83C6-C8F631F6A9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13">
              <a:extLst>
                <a:ext uri="{FF2B5EF4-FFF2-40B4-BE49-F238E27FC236}">
                  <a16:creationId xmlns:a16="http://schemas.microsoft.com/office/drawing/2014/main" id="{22BED614-D078-47EA-9C72-190217FDD5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14">
              <a:extLst>
                <a:ext uri="{FF2B5EF4-FFF2-40B4-BE49-F238E27FC236}">
                  <a16:creationId xmlns:a16="http://schemas.microsoft.com/office/drawing/2014/main" id="{73DE0BF2-86D7-4038-AC4B-AF0F116A58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15">
              <a:extLst>
                <a:ext uri="{FF2B5EF4-FFF2-40B4-BE49-F238E27FC236}">
                  <a16:creationId xmlns:a16="http://schemas.microsoft.com/office/drawing/2014/main" id="{11D8BB55-D027-420C-9EF9-49B3BA79DC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Line 16">
              <a:extLst>
                <a:ext uri="{FF2B5EF4-FFF2-40B4-BE49-F238E27FC236}">
                  <a16:creationId xmlns:a16="http://schemas.microsoft.com/office/drawing/2014/main" id="{3FAEF5CE-07ED-46A7-9777-D86C707195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17">
              <a:extLst>
                <a:ext uri="{FF2B5EF4-FFF2-40B4-BE49-F238E27FC236}">
                  <a16:creationId xmlns:a16="http://schemas.microsoft.com/office/drawing/2014/main" id="{29CAFB1A-357C-4313-B734-1CD4E4F9D2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18">
              <a:extLst>
                <a:ext uri="{FF2B5EF4-FFF2-40B4-BE49-F238E27FC236}">
                  <a16:creationId xmlns:a16="http://schemas.microsoft.com/office/drawing/2014/main" id="{653161D3-8634-4BB7-A2BC-028C4EAA1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19">
              <a:extLst>
                <a:ext uri="{FF2B5EF4-FFF2-40B4-BE49-F238E27FC236}">
                  <a16:creationId xmlns:a16="http://schemas.microsoft.com/office/drawing/2014/main" id="{9537546A-6FF1-408B-AFE2-BBF7D34823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20">
              <a:extLst>
                <a:ext uri="{FF2B5EF4-FFF2-40B4-BE49-F238E27FC236}">
                  <a16:creationId xmlns:a16="http://schemas.microsoft.com/office/drawing/2014/main" id="{F73EE662-79B7-404B-B1B8-0E096BE4CD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Rectangle 21">
              <a:extLst>
                <a:ext uri="{FF2B5EF4-FFF2-40B4-BE49-F238E27FC236}">
                  <a16:creationId xmlns:a16="http://schemas.microsoft.com/office/drawing/2014/main" id="{B6DDB906-1F52-4D64-8493-4816EDDD3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22">
              <a:extLst>
                <a:ext uri="{FF2B5EF4-FFF2-40B4-BE49-F238E27FC236}">
                  <a16:creationId xmlns:a16="http://schemas.microsoft.com/office/drawing/2014/main" id="{4FA472A5-ABEA-4961-897B-7EB96AF09A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23">
              <a:extLst>
                <a:ext uri="{FF2B5EF4-FFF2-40B4-BE49-F238E27FC236}">
                  <a16:creationId xmlns:a16="http://schemas.microsoft.com/office/drawing/2014/main" id="{54226E99-C38F-4456-A1F8-8897483FD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24">
              <a:extLst>
                <a:ext uri="{FF2B5EF4-FFF2-40B4-BE49-F238E27FC236}">
                  <a16:creationId xmlns:a16="http://schemas.microsoft.com/office/drawing/2014/main" id="{0A4A0196-A383-4629-B9A5-9C87E846C1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25">
              <a:extLst>
                <a:ext uri="{FF2B5EF4-FFF2-40B4-BE49-F238E27FC236}">
                  <a16:creationId xmlns:a16="http://schemas.microsoft.com/office/drawing/2014/main" id="{BA5E608D-2E7B-4662-A9A0-18D4E0F0DC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26">
              <a:extLst>
                <a:ext uri="{FF2B5EF4-FFF2-40B4-BE49-F238E27FC236}">
                  <a16:creationId xmlns:a16="http://schemas.microsoft.com/office/drawing/2014/main" id="{5E211F37-790F-4BD7-B055-022AE0C2E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27">
              <a:extLst>
                <a:ext uri="{FF2B5EF4-FFF2-40B4-BE49-F238E27FC236}">
                  <a16:creationId xmlns:a16="http://schemas.microsoft.com/office/drawing/2014/main" id="{96F375D0-232A-490A-9499-CB5FBA3FD9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28">
              <a:extLst>
                <a:ext uri="{FF2B5EF4-FFF2-40B4-BE49-F238E27FC236}">
                  <a16:creationId xmlns:a16="http://schemas.microsoft.com/office/drawing/2014/main" id="{6B33B423-FD0F-4780-A0D6-32FC040B37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29">
              <a:extLst>
                <a:ext uri="{FF2B5EF4-FFF2-40B4-BE49-F238E27FC236}">
                  <a16:creationId xmlns:a16="http://schemas.microsoft.com/office/drawing/2014/main" id="{B6BD1710-838F-4CDD-A000-C6C710A6A0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30">
              <a:extLst>
                <a:ext uri="{FF2B5EF4-FFF2-40B4-BE49-F238E27FC236}">
                  <a16:creationId xmlns:a16="http://schemas.microsoft.com/office/drawing/2014/main" id="{0BB93533-1C95-4B0A-B0E2-168602B085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Freeform 31">
              <a:extLst>
                <a:ext uri="{FF2B5EF4-FFF2-40B4-BE49-F238E27FC236}">
                  <a16:creationId xmlns:a16="http://schemas.microsoft.com/office/drawing/2014/main" id="{CB0B113D-1987-4D89-A475-511E092FE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74" name="Picture 2">
            <a:extLst>
              <a:ext uri="{FF2B5EF4-FFF2-40B4-BE49-F238E27FC236}">
                <a16:creationId xmlns:a16="http://schemas.microsoft.com/office/drawing/2014/main" id="{9BE36DBF-0333-4D36-A5BF-81FDA2406F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" y="-13238"/>
            <a:ext cx="4062718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dgm="http://schemas.openxmlformats.org/drawingml/2006/diagram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5E01E8D-68C8-D6F0-81C8-63C5F6974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134681"/>
            <a:ext cx="2743310" cy="4255025"/>
          </a:xfrm>
        </p:spPr>
        <p:txBody>
          <a:bodyPr>
            <a:normAutofit/>
          </a:bodyPr>
          <a:lstStyle/>
          <a:p>
            <a:r>
              <a:rPr lang="en-US" sz="2300">
                <a:solidFill>
                  <a:srgbClr val="FFFFFF"/>
                </a:solidFill>
              </a:rPr>
              <a:t>Recommendations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F8D51C6-38B2-81C2-EB43-6EA0B62009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58319006"/>
              </p:ext>
            </p:extLst>
          </p:nvPr>
        </p:nvGraphicFramePr>
        <p:xfrm>
          <a:off x="4662189" y="1134682"/>
          <a:ext cx="6692748" cy="42550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194433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4B9C16B-AC4A-44ED-9075-F76549B46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2A2FEB6-F419-4684-9ABC-9E32E012E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100" y="-11384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1E24A15-28D6-4CEB-9268-0BB0BEEAF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4345933F-9633-4510-90E1-08B0E2A19E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C68A48FB-1BE4-4053-A76F-5A5511BA0E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8149777B-6A9F-4C95-BF44-F964645071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9">
              <a:extLst>
                <a:ext uri="{FF2B5EF4-FFF2-40B4-BE49-F238E27FC236}">
                  <a16:creationId xmlns:a16="http://schemas.microsoft.com/office/drawing/2014/main" id="{0654845E-622A-4AD3-8F3A-6E1DEAB5FC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DF1C0739-3D08-4C83-857E-B0724A6E8C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11">
              <a:extLst>
                <a:ext uri="{FF2B5EF4-FFF2-40B4-BE49-F238E27FC236}">
                  <a16:creationId xmlns:a16="http://schemas.microsoft.com/office/drawing/2014/main" id="{D235EAA0-7D5A-453A-9643-EE7A4954EA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94C6FB7C-72DE-42DE-8F58-CCE9B8F556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13">
              <a:extLst>
                <a:ext uri="{FF2B5EF4-FFF2-40B4-BE49-F238E27FC236}">
                  <a16:creationId xmlns:a16="http://schemas.microsoft.com/office/drawing/2014/main" id="{FE31E0FE-EC8D-4EA7-BD9D-02F8C54FDB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4">
              <a:extLst>
                <a:ext uri="{FF2B5EF4-FFF2-40B4-BE49-F238E27FC236}">
                  <a16:creationId xmlns:a16="http://schemas.microsoft.com/office/drawing/2014/main" id="{69FE4B12-13E0-48F9-9E18-66406B8D3C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5">
              <a:extLst>
                <a:ext uri="{FF2B5EF4-FFF2-40B4-BE49-F238E27FC236}">
                  <a16:creationId xmlns:a16="http://schemas.microsoft.com/office/drawing/2014/main" id="{87FAADC3-B321-43EE-B8F3-2842D84098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Line 16">
              <a:extLst>
                <a:ext uri="{FF2B5EF4-FFF2-40B4-BE49-F238E27FC236}">
                  <a16:creationId xmlns:a16="http://schemas.microsoft.com/office/drawing/2014/main" id="{90461464-1683-402F-A72B-8558CC6777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7">
              <a:extLst>
                <a:ext uri="{FF2B5EF4-FFF2-40B4-BE49-F238E27FC236}">
                  <a16:creationId xmlns:a16="http://schemas.microsoft.com/office/drawing/2014/main" id="{70F594E7-32D0-45B9-A3CF-636CF6FCBD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8">
              <a:extLst>
                <a:ext uri="{FF2B5EF4-FFF2-40B4-BE49-F238E27FC236}">
                  <a16:creationId xmlns:a16="http://schemas.microsoft.com/office/drawing/2014/main" id="{8AEF60E1-26C2-4E3C-B839-347DDD23C3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9">
              <a:extLst>
                <a:ext uri="{FF2B5EF4-FFF2-40B4-BE49-F238E27FC236}">
                  <a16:creationId xmlns:a16="http://schemas.microsoft.com/office/drawing/2014/main" id="{792FE54B-EE9D-4E57-B6BC-6A9196BE89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0">
              <a:extLst>
                <a:ext uri="{FF2B5EF4-FFF2-40B4-BE49-F238E27FC236}">
                  <a16:creationId xmlns:a16="http://schemas.microsoft.com/office/drawing/2014/main" id="{72BE56DF-619D-463E-8F88-CABA09DA88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Rectangle 21">
              <a:extLst>
                <a:ext uri="{FF2B5EF4-FFF2-40B4-BE49-F238E27FC236}">
                  <a16:creationId xmlns:a16="http://schemas.microsoft.com/office/drawing/2014/main" id="{C7430457-1935-4BBF-A6A7-7C3125A02E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2">
              <a:extLst>
                <a:ext uri="{FF2B5EF4-FFF2-40B4-BE49-F238E27FC236}">
                  <a16:creationId xmlns:a16="http://schemas.microsoft.com/office/drawing/2014/main" id="{BB006150-E547-4E84-A2B1-59131F3D53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3">
              <a:extLst>
                <a:ext uri="{FF2B5EF4-FFF2-40B4-BE49-F238E27FC236}">
                  <a16:creationId xmlns:a16="http://schemas.microsoft.com/office/drawing/2014/main" id="{5A8CD074-956B-41A4-870B-001554B69B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4">
              <a:extLst>
                <a:ext uri="{FF2B5EF4-FFF2-40B4-BE49-F238E27FC236}">
                  <a16:creationId xmlns:a16="http://schemas.microsoft.com/office/drawing/2014/main" id="{070C253B-974E-459F-AD0B-7057224828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5">
              <a:extLst>
                <a:ext uri="{FF2B5EF4-FFF2-40B4-BE49-F238E27FC236}">
                  <a16:creationId xmlns:a16="http://schemas.microsoft.com/office/drawing/2014/main" id="{BBC07B3D-A631-44EA-861A-7D80383A10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6">
              <a:extLst>
                <a:ext uri="{FF2B5EF4-FFF2-40B4-BE49-F238E27FC236}">
                  <a16:creationId xmlns:a16="http://schemas.microsoft.com/office/drawing/2014/main" id="{32039DC6-B4CF-4A5A-8D17-3A568D125C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7">
              <a:extLst>
                <a:ext uri="{FF2B5EF4-FFF2-40B4-BE49-F238E27FC236}">
                  <a16:creationId xmlns:a16="http://schemas.microsoft.com/office/drawing/2014/main" id="{99E0C81F-5D8D-4AF8-BDE5-4DF75868F7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8">
              <a:extLst>
                <a:ext uri="{FF2B5EF4-FFF2-40B4-BE49-F238E27FC236}">
                  <a16:creationId xmlns:a16="http://schemas.microsoft.com/office/drawing/2014/main" id="{0D946680-855C-41EC-BBA2-61F6F776E5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9">
              <a:extLst>
                <a:ext uri="{FF2B5EF4-FFF2-40B4-BE49-F238E27FC236}">
                  <a16:creationId xmlns:a16="http://schemas.microsoft.com/office/drawing/2014/main" id="{E6FAD9E8-6E13-45A0-A5D6-8BCAD27B4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0">
              <a:extLst>
                <a:ext uri="{FF2B5EF4-FFF2-40B4-BE49-F238E27FC236}">
                  <a16:creationId xmlns:a16="http://schemas.microsoft.com/office/drawing/2014/main" id="{0CCBC8FA-0581-454F-9FD1-6B6102A1A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1">
              <a:extLst>
                <a:ext uri="{FF2B5EF4-FFF2-40B4-BE49-F238E27FC236}">
                  <a16:creationId xmlns:a16="http://schemas.microsoft.com/office/drawing/2014/main" id="{5D6C328F-65A5-41E8-86E9-E4E638CC3B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40" name="Picture 2">
            <a:extLst>
              <a:ext uri="{FF2B5EF4-FFF2-40B4-BE49-F238E27FC236}">
                <a16:creationId xmlns:a16="http://schemas.microsoft.com/office/drawing/2014/main" id="{3E94A106-9341-485C-9057-9D62B2BD08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" y="-2"/>
            <a:ext cx="4061525" cy="6858001"/>
          </a:xfrm>
          <a:prstGeom prst="rect">
            <a:avLst/>
          </a:prstGeom>
          <a:extLst>
            <a:ext uri="{909E8E84-426E-40dd-AFC4-6F175D3DCCD1}">
              <a14:hiddenFill xmlns="" xmlns:a16="http://schemas.microsoft.com/office/drawing/2014/main" xmlns:p14="http://schemas.microsoft.com/office/powerpoint/2010/main" xmlns:dgm="http://schemas.openxmlformats.org/drawingml/2006/diagram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B53044DC-4918-43DA-B49D-91673C6C94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53"/>
            <a:ext cx="4055621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DCE6B36-1420-43AB-86CF-4E653A51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90" y="-9998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tx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45" name="Rectangle 5">
              <a:extLst>
                <a:ext uri="{FF2B5EF4-FFF2-40B4-BE49-F238E27FC236}">
                  <a16:creationId xmlns:a16="http://schemas.microsoft.com/office/drawing/2014/main" id="{72626E0B-9628-468E-A713-011C02F602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6">
              <a:extLst>
                <a:ext uri="{FF2B5EF4-FFF2-40B4-BE49-F238E27FC236}">
                  <a16:creationId xmlns:a16="http://schemas.microsoft.com/office/drawing/2014/main" id="{93F7977A-BD91-4B0D-9A8D-372DB67AD8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7">
              <a:extLst>
                <a:ext uri="{FF2B5EF4-FFF2-40B4-BE49-F238E27FC236}">
                  <a16:creationId xmlns:a16="http://schemas.microsoft.com/office/drawing/2014/main" id="{9FEE6A56-01A1-404D-864E-1C2587C9A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8">
              <a:extLst>
                <a:ext uri="{FF2B5EF4-FFF2-40B4-BE49-F238E27FC236}">
                  <a16:creationId xmlns:a16="http://schemas.microsoft.com/office/drawing/2014/main" id="{E74DBBF2-EF6F-4E3E-B183-F8EEE76094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9">
              <a:extLst>
                <a:ext uri="{FF2B5EF4-FFF2-40B4-BE49-F238E27FC236}">
                  <a16:creationId xmlns:a16="http://schemas.microsoft.com/office/drawing/2014/main" id="{ABCF0F27-B056-474C-A0FB-1DB747A92F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10">
              <a:extLst>
                <a:ext uri="{FF2B5EF4-FFF2-40B4-BE49-F238E27FC236}">
                  <a16:creationId xmlns:a16="http://schemas.microsoft.com/office/drawing/2014/main" id="{0A0A5B7B-BA2A-45CC-AABE-9D5B08A5DB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11">
              <a:extLst>
                <a:ext uri="{FF2B5EF4-FFF2-40B4-BE49-F238E27FC236}">
                  <a16:creationId xmlns:a16="http://schemas.microsoft.com/office/drawing/2014/main" id="{3C9A5D2B-1787-4954-9108-B9D497A87C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12">
              <a:extLst>
                <a:ext uri="{FF2B5EF4-FFF2-40B4-BE49-F238E27FC236}">
                  <a16:creationId xmlns:a16="http://schemas.microsoft.com/office/drawing/2014/main" id="{818C4F8B-7556-49A7-83C6-C8F631F6A9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13">
              <a:extLst>
                <a:ext uri="{FF2B5EF4-FFF2-40B4-BE49-F238E27FC236}">
                  <a16:creationId xmlns:a16="http://schemas.microsoft.com/office/drawing/2014/main" id="{22BED614-D078-47EA-9C72-190217FDD5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14">
              <a:extLst>
                <a:ext uri="{FF2B5EF4-FFF2-40B4-BE49-F238E27FC236}">
                  <a16:creationId xmlns:a16="http://schemas.microsoft.com/office/drawing/2014/main" id="{73DE0BF2-86D7-4038-AC4B-AF0F116A58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15">
              <a:extLst>
                <a:ext uri="{FF2B5EF4-FFF2-40B4-BE49-F238E27FC236}">
                  <a16:creationId xmlns:a16="http://schemas.microsoft.com/office/drawing/2014/main" id="{11D8BB55-D027-420C-9EF9-49B3BA79DC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Line 16">
              <a:extLst>
                <a:ext uri="{FF2B5EF4-FFF2-40B4-BE49-F238E27FC236}">
                  <a16:creationId xmlns:a16="http://schemas.microsoft.com/office/drawing/2014/main" id="{3FAEF5CE-07ED-46A7-9777-D86C707195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17">
              <a:extLst>
                <a:ext uri="{FF2B5EF4-FFF2-40B4-BE49-F238E27FC236}">
                  <a16:creationId xmlns:a16="http://schemas.microsoft.com/office/drawing/2014/main" id="{29CAFB1A-357C-4313-B734-1CD4E4F9D2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18">
              <a:extLst>
                <a:ext uri="{FF2B5EF4-FFF2-40B4-BE49-F238E27FC236}">
                  <a16:creationId xmlns:a16="http://schemas.microsoft.com/office/drawing/2014/main" id="{653161D3-8634-4BB7-A2BC-028C4EAA1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19">
              <a:extLst>
                <a:ext uri="{FF2B5EF4-FFF2-40B4-BE49-F238E27FC236}">
                  <a16:creationId xmlns:a16="http://schemas.microsoft.com/office/drawing/2014/main" id="{9537546A-6FF1-408B-AFE2-BBF7D34823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20">
              <a:extLst>
                <a:ext uri="{FF2B5EF4-FFF2-40B4-BE49-F238E27FC236}">
                  <a16:creationId xmlns:a16="http://schemas.microsoft.com/office/drawing/2014/main" id="{F73EE662-79B7-404B-B1B8-0E096BE4CD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Rectangle 21">
              <a:extLst>
                <a:ext uri="{FF2B5EF4-FFF2-40B4-BE49-F238E27FC236}">
                  <a16:creationId xmlns:a16="http://schemas.microsoft.com/office/drawing/2014/main" id="{B6DDB906-1F52-4D64-8493-4816EDDD3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22">
              <a:extLst>
                <a:ext uri="{FF2B5EF4-FFF2-40B4-BE49-F238E27FC236}">
                  <a16:creationId xmlns:a16="http://schemas.microsoft.com/office/drawing/2014/main" id="{4FA472A5-ABEA-4961-897B-7EB96AF09A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23">
              <a:extLst>
                <a:ext uri="{FF2B5EF4-FFF2-40B4-BE49-F238E27FC236}">
                  <a16:creationId xmlns:a16="http://schemas.microsoft.com/office/drawing/2014/main" id="{54226E99-C38F-4456-A1F8-8897483FD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24">
              <a:extLst>
                <a:ext uri="{FF2B5EF4-FFF2-40B4-BE49-F238E27FC236}">
                  <a16:creationId xmlns:a16="http://schemas.microsoft.com/office/drawing/2014/main" id="{0A4A0196-A383-4629-B9A5-9C87E846C1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25">
              <a:extLst>
                <a:ext uri="{FF2B5EF4-FFF2-40B4-BE49-F238E27FC236}">
                  <a16:creationId xmlns:a16="http://schemas.microsoft.com/office/drawing/2014/main" id="{BA5E608D-2E7B-4662-A9A0-18D4E0F0DC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26">
              <a:extLst>
                <a:ext uri="{FF2B5EF4-FFF2-40B4-BE49-F238E27FC236}">
                  <a16:creationId xmlns:a16="http://schemas.microsoft.com/office/drawing/2014/main" id="{5E211F37-790F-4BD7-B055-022AE0C2E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27">
              <a:extLst>
                <a:ext uri="{FF2B5EF4-FFF2-40B4-BE49-F238E27FC236}">
                  <a16:creationId xmlns:a16="http://schemas.microsoft.com/office/drawing/2014/main" id="{96F375D0-232A-490A-9499-CB5FBA3FD9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28">
              <a:extLst>
                <a:ext uri="{FF2B5EF4-FFF2-40B4-BE49-F238E27FC236}">
                  <a16:creationId xmlns:a16="http://schemas.microsoft.com/office/drawing/2014/main" id="{6B33B423-FD0F-4780-A0D6-32FC040B37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29">
              <a:extLst>
                <a:ext uri="{FF2B5EF4-FFF2-40B4-BE49-F238E27FC236}">
                  <a16:creationId xmlns:a16="http://schemas.microsoft.com/office/drawing/2014/main" id="{B6BD1710-838F-4CDD-A000-C6C710A6A0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30">
              <a:extLst>
                <a:ext uri="{FF2B5EF4-FFF2-40B4-BE49-F238E27FC236}">
                  <a16:creationId xmlns:a16="http://schemas.microsoft.com/office/drawing/2014/main" id="{0BB93533-1C95-4B0A-B0E2-168602B085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31">
              <a:extLst>
                <a:ext uri="{FF2B5EF4-FFF2-40B4-BE49-F238E27FC236}">
                  <a16:creationId xmlns:a16="http://schemas.microsoft.com/office/drawing/2014/main" id="{CB0B113D-1987-4D89-A475-511E092FE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dgm="http://schemas.openxmlformats.org/drawingml/2006/diagram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73" name="Picture 2">
            <a:extLst>
              <a:ext uri="{FF2B5EF4-FFF2-40B4-BE49-F238E27FC236}">
                <a16:creationId xmlns:a16="http://schemas.microsoft.com/office/drawing/2014/main" id="{9BE36DBF-0333-4D36-A5BF-81FDA2406F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" y="-13238"/>
            <a:ext cx="4062718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dgm="http://schemas.openxmlformats.org/drawingml/2006/diagram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F6BC2BD-D5AB-40B6-2E42-FE395BB94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134681"/>
            <a:ext cx="2743310" cy="425502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300">
                <a:solidFill>
                  <a:srgbClr val="FFFFFF"/>
                </a:solidFill>
              </a:rPr>
              <a:t>Conclusion</a:t>
            </a:r>
            <a:endParaRPr lang="en-US" sz="3300" dirty="0">
              <a:solidFill>
                <a:srgbClr val="FFFFFF"/>
              </a:solidFill>
            </a:endParaRP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B1E1E005-CF4B-247F-FE34-1521E0FB952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12059204"/>
              </p:ext>
            </p:extLst>
          </p:nvPr>
        </p:nvGraphicFramePr>
        <p:xfrm>
          <a:off x="4662189" y="1134682"/>
          <a:ext cx="6692748" cy="42550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729226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416</TotalTime>
  <Words>1206</Words>
  <Application>Microsoft Office PowerPoint</Application>
  <PresentationFormat>Widescreen</PresentationFormat>
  <Paragraphs>177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Tw Cen MT</vt:lpstr>
      <vt:lpstr>Circuit</vt:lpstr>
      <vt:lpstr>Security Vs Speed: Evaluating AI in Time-Constrained Encryption  </vt:lpstr>
      <vt:lpstr>Project Description</vt:lpstr>
      <vt:lpstr>Problem Types</vt:lpstr>
      <vt:lpstr>Approach</vt:lpstr>
      <vt:lpstr>ChatGPT</vt:lpstr>
      <vt:lpstr>ChatGPT</vt:lpstr>
      <vt:lpstr>ChatGPT Evaluation</vt:lpstr>
      <vt:lpstr>Gemini</vt:lpstr>
      <vt:lpstr>Gemini</vt:lpstr>
      <vt:lpstr>Gemini Evaluation</vt:lpstr>
      <vt:lpstr>CoPilot</vt:lpstr>
      <vt:lpstr>CoPilot</vt:lpstr>
      <vt:lpstr>CoPilot Evaluation</vt:lpstr>
      <vt:lpstr>Response Comparison</vt:lpstr>
      <vt:lpstr>Observations</vt:lpstr>
      <vt:lpstr>Recommendations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Evan J. Thompson</cp:lastModifiedBy>
  <cp:revision>42</cp:revision>
  <dcterms:created xsi:type="dcterms:W3CDTF">2026-03-08T14:28:48Z</dcterms:created>
  <dcterms:modified xsi:type="dcterms:W3CDTF">2026-03-30T17:22:33Z</dcterms:modified>
</cp:coreProperties>
</file>