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4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24" dt="2026-03-08T14:44:29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addMainMaster delMainMaster">
      <pc:chgData name="Margo Bonal" userId="18c9fa0f-b53d-478b-9dc0-6ad88786c19f" providerId="ADAL" clId="{93D479E5-F67F-4B8A-A78F-A0B574A116B6}" dt="2026-03-08T14:45:59.631" v="238" actId="12788"/>
      <pc:docMkLst>
        <pc:docMk/>
      </pc:docMkLst>
      <pc:sldChg chg="addSp delSp modSp new del mod modMedia setBg modClrScheme delAnim setClrOvrMap delDesignElem chgLayout">
        <pc:chgData name="Margo Bonal" userId="18c9fa0f-b53d-478b-9dc0-6ad88786c19f" providerId="ADAL" clId="{93D479E5-F67F-4B8A-A78F-A0B574A116B6}" dt="2026-03-08T14:43:01.559" v="214" actId="2696"/>
        <pc:sldMkLst>
          <pc:docMk/>
          <pc:sldMk cId="1916661910" sldId="256"/>
        </pc:sldMkLst>
        <pc:spChg chg="mod">
          <ac:chgData name="Margo Bonal" userId="18c9fa0f-b53d-478b-9dc0-6ad88786c19f" providerId="ADAL" clId="{93D479E5-F67F-4B8A-A78F-A0B574A116B6}" dt="2026-03-08T14:40:51.459" v="182"/>
          <ac:spMkLst>
            <pc:docMk/>
            <pc:sldMk cId="1916661910" sldId="256"/>
            <ac:spMk id="2" creationId="{66E93FAF-DA57-DC63-996E-E250A1ADF8C5}"/>
          </ac:spMkLst>
        </pc:spChg>
        <pc:spChg chg="mod">
          <ac:chgData name="Margo Bonal" userId="18c9fa0f-b53d-478b-9dc0-6ad88786c19f" providerId="ADAL" clId="{93D479E5-F67F-4B8A-A78F-A0B574A116B6}" dt="2026-03-08T14:40:51.459" v="182"/>
          <ac:spMkLst>
            <pc:docMk/>
            <pc:sldMk cId="1916661910" sldId="256"/>
            <ac:spMk id="3" creationId="{5FEB9712-F7F8-1B9F-8CD0-763DD90F0ADD}"/>
          </ac:spMkLst>
        </pc:spChg>
        <pc:spChg chg="add del">
          <ac:chgData name="Margo Bonal" userId="18c9fa0f-b53d-478b-9dc0-6ad88786c19f" providerId="ADAL" clId="{93D479E5-F67F-4B8A-A78F-A0B574A116B6}" dt="2026-03-08T14:30:23.243" v="23" actId="26606"/>
          <ac:spMkLst>
            <pc:docMk/>
            <pc:sldMk cId="1916661910" sldId="256"/>
            <ac:spMk id="5" creationId="{8BEC44CD-E290-4D60-A056-5BA05B182AC3}"/>
          </ac:spMkLst>
        </pc:spChg>
        <pc:spChg chg="add del">
          <ac:chgData name="Margo Bonal" userId="18c9fa0f-b53d-478b-9dc0-6ad88786c19f" providerId="ADAL" clId="{93D479E5-F67F-4B8A-A78F-A0B574A116B6}" dt="2026-03-08T14:30:23.243" v="23" actId="26606"/>
          <ac:spMkLst>
            <pc:docMk/>
            <pc:sldMk cId="1916661910" sldId="256"/>
            <ac:spMk id="7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3-08T14:30:23.243" v="23" actId="26606"/>
          <ac:spMkLst>
            <pc:docMk/>
            <pc:sldMk cId="1916661910" sldId="256"/>
            <ac:spMk id="8" creationId="{F1189494-2B67-46D2-93D6-A122A09BF6B2}"/>
          </ac:spMkLst>
        </pc:spChg>
        <pc:spChg chg="add del">
          <ac:chgData name="Margo Bonal" userId="18c9fa0f-b53d-478b-9dc0-6ad88786c19f" providerId="ADAL" clId="{93D479E5-F67F-4B8A-A78F-A0B574A116B6}" dt="2026-03-08T14:29:22.790" v="6" actId="26606"/>
          <ac:spMkLst>
            <pc:docMk/>
            <pc:sldMk cId="1916661910" sldId="256"/>
            <ac:spMk id="9" creationId="{D3F794D0-2982-490E-88DA-93D48975085F}"/>
          </ac:spMkLst>
        </pc:spChg>
        <pc:spChg chg="add del">
          <ac:chgData name="Margo Bonal" userId="18c9fa0f-b53d-478b-9dc0-6ad88786c19f" providerId="ADAL" clId="{93D479E5-F67F-4B8A-A78F-A0B574A116B6}" dt="2026-03-08T14:30:25.094" v="27" actId="26606"/>
          <ac:spMkLst>
            <pc:docMk/>
            <pc:sldMk cId="1916661910" sldId="256"/>
            <ac:spMk id="10" creationId="{BBE8E1BA-1863-0F95-E1A3-14697014C39B}"/>
          </ac:spMkLst>
        </pc:spChg>
        <pc:spChg chg="add del">
          <ac:chgData name="Margo Bonal" userId="18c9fa0f-b53d-478b-9dc0-6ad88786c19f" providerId="ADAL" clId="{93D479E5-F67F-4B8A-A78F-A0B574A116B6}" dt="2026-03-08T14:29:22.790" v="6" actId="26606"/>
          <ac:spMkLst>
            <pc:docMk/>
            <pc:sldMk cId="1916661910" sldId="256"/>
            <ac:spMk id="11" creationId="{AFD24A3D-F07A-44A9-BE55-5576292E152D}"/>
          </ac:spMkLst>
        </pc:spChg>
        <pc:spChg chg="add del">
          <ac:chgData name="Margo Bonal" userId="18c9fa0f-b53d-478b-9dc0-6ad88786c19f" providerId="ADAL" clId="{93D479E5-F67F-4B8A-A78F-A0B574A116B6}" dt="2026-03-08T14:29:22.790" v="6" actId="26606"/>
          <ac:spMkLst>
            <pc:docMk/>
            <pc:sldMk cId="1916661910" sldId="256"/>
            <ac:spMk id="13" creationId="{204441C9-FD2D-4031-B5C5-67478196CCCF}"/>
          </ac:spMkLst>
        </pc:spChg>
        <pc:spChg chg="add del">
          <ac:chgData name="Margo Bonal" userId="18c9fa0f-b53d-478b-9dc0-6ad88786c19f" providerId="ADAL" clId="{93D479E5-F67F-4B8A-A78F-A0B574A116B6}" dt="2026-03-08T14:30:25.094" v="27" actId="26606"/>
          <ac:spMkLst>
            <pc:docMk/>
            <pc:sldMk cId="1916661910" sldId="256"/>
            <ac:spMk id="14" creationId="{A9CCD9CD-49AE-3D3E-923B-81ECD3FBF75F}"/>
          </ac:spMkLst>
        </pc:spChg>
        <pc:spChg chg="add del">
          <ac:chgData name="Margo Bonal" userId="18c9fa0f-b53d-478b-9dc0-6ad88786c19f" providerId="ADAL" clId="{93D479E5-F67F-4B8A-A78F-A0B574A116B6}" dt="2026-03-08T14:29:22.790" v="6" actId="26606"/>
          <ac:spMkLst>
            <pc:docMk/>
            <pc:sldMk cId="1916661910" sldId="256"/>
            <ac:spMk id="15" creationId="{EBF09AEC-6E6E-418F-9974-8730F1B2B6EF}"/>
          </ac:spMkLst>
        </pc:spChg>
        <pc:spChg chg="add del">
          <ac:chgData name="Margo Bonal" userId="18c9fa0f-b53d-478b-9dc0-6ad88786c19f" providerId="ADAL" clId="{93D479E5-F67F-4B8A-A78F-A0B574A116B6}" dt="2026-03-08T14:31:47.121" v="54" actId="26606"/>
          <ac:spMkLst>
            <pc:docMk/>
            <pc:sldMk cId="1916661910" sldId="256"/>
            <ac:spMk id="16" creationId="{8BEC44CD-E290-4D60-A056-5BA05B182AC3}"/>
          </ac:spMkLst>
        </pc:spChg>
        <pc:spChg chg="add del">
          <ac:chgData name="Margo Bonal" userId="18c9fa0f-b53d-478b-9dc0-6ad88786c19f" providerId="ADAL" clId="{93D479E5-F67F-4B8A-A78F-A0B574A116B6}" dt="2026-03-08T14:29:22.790" v="6" actId="26606"/>
          <ac:spMkLst>
            <pc:docMk/>
            <pc:sldMk cId="1916661910" sldId="256"/>
            <ac:spMk id="17" creationId="{3D9D3989-3E00-4727-914E-959DFE8FACE9}"/>
          </ac:spMkLst>
        </pc:spChg>
        <pc:spChg chg="add del">
          <ac:chgData name="Margo Bonal" userId="18c9fa0f-b53d-478b-9dc0-6ad88786c19f" providerId="ADAL" clId="{93D479E5-F67F-4B8A-A78F-A0B574A116B6}" dt="2026-03-08T14:31:47.121" v="54" actId="26606"/>
          <ac:spMkLst>
            <pc:docMk/>
            <pc:sldMk cId="1916661910" sldId="256"/>
            <ac:spMk id="19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3-08T14:31:47.121" v="54" actId="26606"/>
          <ac:spMkLst>
            <pc:docMk/>
            <pc:sldMk cId="1916661910" sldId="256"/>
            <ac:spMk id="20" creationId="{F1189494-2B67-46D2-93D6-A122A09BF6B2}"/>
          </ac:spMkLst>
        </pc:spChg>
        <pc:spChg chg="add mod">
          <ac:chgData name="Margo Bonal" userId="18c9fa0f-b53d-478b-9dc0-6ad88786c19f" providerId="ADAL" clId="{93D479E5-F67F-4B8A-A78F-A0B574A116B6}" dt="2026-03-08T14:37:18.355" v="142" actId="14100"/>
          <ac:spMkLst>
            <pc:docMk/>
            <pc:sldMk cId="1916661910" sldId="256"/>
            <ac:spMk id="21" creationId="{FB8638CA-50E0-64AB-0860-81FE131D8007}"/>
          </ac:spMkLst>
        </pc:spChg>
        <pc:spChg chg="add del">
          <ac:chgData name="Margo Bonal" userId="18c9fa0f-b53d-478b-9dc0-6ad88786c19f" providerId="ADAL" clId="{93D479E5-F67F-4B8A-A78F-A0B574A116B6}" dt="2026-03-08T14:32:49.060" v="64" actId="26606"/>
          <ac:spMkLst>
            <pc:docMk/>
            <pc:sldMk cId="1916661910" sldId="256"/>
            <ac:spMk id="22" creationId="{A88F843D-1C1B-C740-AC27-E3238D0F5F47}"/>
          </ac:spMkLst>
        </pc:spChg>
        <pc:spChg chg="add del">
          <ac:chgData name="Margo Bonal" userId="18c9fa0f-b53d-478b-9dc0-6ad88786c19f" providerId="ADAL" clId="{93D479E5-F67F-4B8A-A78F-A0B574A116B6}" dt="2026-03-08T14:32:49.060" v="64" actId="26606"/>
          <ac:spMkLst>
            <pc:docMk/>
            <pc:sldMk cId="1916661910" sldId="256"/>
            <ac:spMk id="24" creationId="{9F0EA5A9-0D12-3644-BBEC-6D9D192EBEF4}"/>
          </ac:spMkLst>
        </pc:spChg>
        <pc:spChg chg="add del">
          <ac:chgData name="Margo Bonal" userId="18c9fa0f-b53d-478b-9dc0-6ad88786c19f" providerId="ADAL" clId="{93D479E5-F67F-4B8A-A78F-A0B574A116B6}" dt="2026-03-08T14:32:49.060" v="64" actId="26606"/>
          <ac:spMkLst>
            <pc:docMk/>
            <pc:sldMk cId="1916661910" sldId="256"/>
            <ac:spMk id="26" creationId="{A21C8291-E3D5-4240-8FF4-E5213CBCC453}"/>
          </ac:spMkLst>
        </pc:spChg>
        <pc:spChg chg="add del">
          <ac:chgData name="Margo Bonal" userId="18c9fa0f-b53d-478b-9dc0-6ad88786c19f" providerId="ADAL" clId="{93D479E5-F67F-4B8A-A78F-A0B574A116B6}" dt="2026-03-08T14:32:49.060" v="64" actId="26606"/>
          <ac:spMkLst>
            <pc:docMk/>
            <pc:sldMk cId="1916661910" sldId="256"/>
            <ac:spMk id="28" creationId="{08B44AFE-C181-7047-8CC9-CA00BD385EEA}"/>
          </ac:spMkLst>
        </pc:spChg>
        <pc:spChg chg="add del">
          <ac:chgData name="Margo Bonal" userId="18c9fa0f-b53d-478b-9dc0-6ad88786c19f" providerId="ADAL" clId="{93D479E5-F67F-4B8A-A78F-A0B574A116B6}" dt="2026-03-08T14:31:20.791" v="51" actId="26606"/>
          <ac:spMkLst>
            <pc:docMk/>
            <pc:sldMk cId="1916661910" sldId="256"/>
            <ac:spMk id="29" creationId="{E49D7415-2F11-44C2-B6AA-13A25B6814B9}"/>
          </ac:spMkLst>
        </pc:spChg>
        <pc:spChg chg="add del">
          <ac:chgData name="Margo Bonal" userId="18c9fa0f-b53d-478b-9dc0-6ad88786c19f" providerId="ADAL" clId="{93D479E5-F67F-4B8A-A78F-A0B574A116B6}" dt="2026-03-08T14:36:52.675" v="127" actId="26606"/>
          <ac:spMkLst>
            <pc:docMk/>
            <pc:sldMk cId="1916661910" sldId="256"/>
            <ac:spMk id="30" creationId="{B7E2F724-2FB3-4D1D-A730-739B8654C030}"/>
          </ac:spMkLst>
        </pc:spChg>
        <pc:spChg chg="add del">
          <ac:chgData name="Margo Bonal" userId="18c9fa0f-b53d-478b-9dc0-6ad88786c19f" providerId="ADAL" clId="{93D479E5-F67F-4B8A-A78F-A0B574A116B6}" dt="2026-03-08T14:36:52.675" v="127" actId="26606"/>
          <ac:spMkLst>
            <pc:docMk/>
            <pc:sldMk cId="1916661910" sldId="256"/>
            <ac:spMk id="35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3-08T14:35:24.191" v="83" actId="26606"/>
          <ac:spMkLst>
            <pc:docMk/>
            <pc:sldMk cId="1916661910" sldId="256"/>
            <ac:spMk id="44" creationId="{37011A86-DB53-41C7-94D9-9B8BF9DF1F8E}"/>
          </ac:spMkLst>
        </pc:spChg>
        <pc:spChg chg="add del">
          <ac:chgData name="Margo Bonal" userId="18c9fa0f-b53d-478b-9dc0-6ad88786c19f" providerId="ADAL" clId="{93D479E5-F67F-4B8A-A78F-A0B574A116B6}" dt="2026-03-08T14:35:24.191" v="83" actId="26606"/>
          <ac:spMkLst>
            <pc:docMk/>
            <pc:sldMk cId="1916661910" sldId="256"/>
            <ac:spMk id="46" creationId="{C5258B9E-C015-412F-9B81-E40D361E9D99}"/>
          </ac:spMkLst>
        </pc:spChg>
        <pc:spChg chg="add del">
          <ac:chgData name="Margo Bonal" userId="18c9fa0f-b53d-478b-9dc0-6ad88786c19f" providerId="ADAL" clId="{93D479E5-F67F-4B8A-A78F-A0B574A116B6}" dt="2026-03-08T14:40:51.459" v="182"/>
          <ac:spMkLst>
            <pc:docMk/>
            <pc:sldMk cId="1916661910" sldId="256"/>
            <ac:spMk id="52" creationId="{91C2F78B-DEE8-4195-A196-DFC51BDADFF9}"/>
          </ac:spMkLst>
        </pc:spChg>
        <pc:spChg chg="add del">
          <ac:chgData name="Margo Bonal" userId="18c9fa0f-b53d-478b-9dc0-6ad88786c19f" providerId="ADAL" clId="{93D479E5-F67F-4B8A-A78F-A0B574A116B6}" dt="2026-03-08T14:40:51.459" v="182"/>
          <ac:spMkLst>
            <pc:docMk/>
            <pc:sldMk cId="1916661910" sldId="256"/>
            <ac:spMk id="53" creationId="{A1D79D08-4BE8-4799-BE09-5078DFEE2256}"/>
          </ac:spMkLst>
        </pc:spChg>
        <pc:spChg chg="add del">
          <ac:chgData name="Margo Bonal" userId="18c9fa0f-b53d-478b-9dc0-6ad88786c19f" providerId="ADAL" clId="{93D479E5-F67F-4B8A-A78F-A0B574A116B6}" dt="2026-03-08T14:40:51.459" v="182"/>
          <ac:spMkLst>
            <pc:docMk/>
            <pc:sldMk cId="1916661910" sldId="256"/>
            <ac:spMk id="55" creationId="{685B57F6-59DE-4274-A37C-F47FE4E42EEF}"/>
          </ac:spMkLst>
        </pc:spChg>
        <pc:picChg chg="add del">
          <ac:chgData name="Margo Bonal" userId="18c9fa0f-b53d-478b-9dc0-6ad88786c19f" providerId="ADAL" clId="{93D479E5-F67F-4B8A-A78F-A0B574A116B6}" dt="2026-03-08T14:29:22.790" v="6" actId="26606"/>
          <ac:picMkLst>
            <pc:docMk/>
            <pc:sldMk cId="1916661910" sldId="256"/>
            <ac:picMk id="4" creationId="{9099D780-40F1-E4DC-346A-37ACB5C77608}"/>
          </ac:picMkLst>
        </pc:picChg>
        <pc:picChg chg="add del">
          <ac:chgData name="Margo Bonal" userId="18c9fa0f-b53d-478b-9dc0-6ad88786c19f" providerId="ADAL" clId="{93D479E5-F67F-4B8A-A78F-A0B574A116B6}" dt="2026-03-08T14:30:23.243" v="23" actId="26606"/>
          <ac:picMkLst>
            <pc:docMk/>
            <pc:sldMk cId="1916661910" sldId="256"/>
            <ac:picMk id="6" creationId="{94988845-56BB-1FA7-F202-4695A399A736}"/>
          </ac:picMkLst>
        </pc:picChg>
        <pc:picChg chg="add del mod">
          <ac:chgData name="Margo Bonal" userId="18c9fa0f-b53d-478b-9dc0-6ad88786c19f" providerId="ADAL" clId="{93D479E5-F67F-4B8A-A78F-A0B574A116B6}" dt="2026-03-08T14:30:25.094" v="27" actId="26606"/>
          <ac:picMkLst>
            <pc:docMk/>
            <pc:sldMk cId="1916661910" sldId="256"/>
            <ac:picMk id="12" creationId="{4CDF7230-D252-5F65-9D92-C744941F755E}"/>
          </ac:picMkLst>
        </pc:picChg>
        <pc:picChg chg="add del mod ord">
          <ac:chgData name="Margo Bonal" userId="18c9fa0f-b53d-478b-9dc0-6ad88786c19f" providerId="ADAL" clId="{93D479E5-F67F-4B8A-A78F-A0B574A116B6}" dt="2026-03-08T14:31:25.571" v="53" actId="478"/>
          <ac:picMkLst>
            <pc:docMk/>
            <pc:sldMk cId="1916661910" sldId="256"/>
            <ac:picMk id="18" creationId="{94988845-56BB-1FA7-F202-4695A399A736}"/>
          </ac:picMkLst>
        </pc:picChg>
        <pc:picChg chg="add del mod">
          <ac:chgData name="Margo Bonal" userId="18c9fa0f-b53d-478b-9dc0-6ad88786c19f" providerId="ADAL" clId="{93D479E5-F67F-4B8A-A78F-A0B574A116B6}" dt="2026-03-08T14:32:11.757" v="59" actId="478"/>
          <ac:picMkLst>
            <pc:docMk/>
            <pc:sldMk cId="1916661910" sldId="256"/>
            <ac:picMk id="23" creationId="{E06D9698-064E-285E-BC23-01B89AEAF2DC}"/>
          </ac:picMkLst>
        </pc:picChg>
        <pc:picChg chg="add del mod">
          <ac:chgData name="Margo Bonal" userId="18c9fa0f-b53d-478b-9dc0-6ad88786c19f" providerId="ADAL" clId="{93D479E5-F67F-4B8A-A78F-A0B574A116B6}" dt="2026-03-08T14:36:52.406" v="126" actId="478"/>
          <ac:picMkLst>
            <pc:docMk/>
            <pc:sldMk cId="1916661910" sldId="256"/>
            <ac:picMk id="32" creationId="{0F4A3B43-4407-646E-6BCD-E36288A9ADCF}"/>
          </ac:picMkLst>
        </pc:picChg>
        <pc:picChg chg="add del">
          <ac:chgData name="Margo Bonal" userId="18c9fa0f-b53d-478b-9dc0-6ad88786c19f" providerId="ADAL" clId="{93D479E5-F67F-4B8A-A78F-A0B574A116B6}" dt="2026-03-08T14:35:24.191" v="83" actId="26606"/>
          <ac:picMkLst>
            <pc:docMk/>
            <pc:sldMk cId="1916661910" sldId="256"/>
            <ac:picMk id="37" creationId="{2F9DB29F-5442-EBB3-E53A-97351E306FA6}"/>
          </ac:picMkLst>
        </pc:picChg>
        <pc:picChg chg="add del mod">
          <ac:chgData name="Margo Bonal" userId="18c9fa0f-b53d-478b-9dc0-6ad88786c19f" providerId="ADAL" clId="{93D479E5-F67F-4B8A-A78F-A0B574A116B6}" dt="2026-03-08T14:36:58.752" v="136" actId="1076"/>
          <ac:picMkLst>
            <pc:docMk/>
            <pc:sldMk cId="1916661910" sldId="256"/>
            <ac:picMk id="56" creationId="{8288B875-AA35-417A-4088-BFACCF23748D}"/>
          </ac:picMkLst>
        </pc:picChg>
        <pc:cxnChg chg="add del">
          <ac:chgData name="Margo Bonal" userId="18c9fa0f-b53d-478b-9dc0-6ad88786c19f" providerId="ADAL" clId="{93D479E5-F67F-4B8A-A78F-A0B574A116B6}" dt="2026-03-08T14:31:20.791" v="51" actId="26606"/>
          <ac:cxnSpMkLst>
            <pc:docMk/>
            <pc:sldMk cId="1916661910" sldId="256"/>
            <ac:cxnSpMk id="25" creationId="{F64F9B95-9045-48D2-B9F3-2927E98F54AA}"/>
          </ac:cxnSpMkLst>
        </pc:cxnChg>
        <pc:cxnChg chg="add del">
          <ac:chgData name="Margo Bonal" userId="18c9fa0f-b53d-478b-9dc0-6ad88786c19f" providerId="ADAL" clId="{93D479E5-F67F-4B8A-A78F-A0B574A116B6}" dt="2026-03-08T14:31:20.791" v="51" actId="26606"/>
          <ac:cxnSpMkLst>
            <pc:docMk/>
            <pc:sldMk cId="1916661910" sldId="256"/>
            <ac:cxnSpMk id="27" creationId="{085AA86F-6A4D-4BCB-A045-D992CDC2959B}"/>
          </ac:cxnSpMkLst>
        </pc:cxnChg>
        <pc:cxnChg chg="add del">
          <ac:chgData name="Margo Bonal" userId="18c9fa0f-b53d-478b-9dc0-6ad88786c19f" providerId="ADAL" clId="{93D479E5-F67F-4B8A-A78F-A0B574A116B6}" dt="2026-03-08T14:31:20.791" v="51" actId="26606"/>
          <ac:cxnSpMkLst>
            <pc:docMk/>
            <pc:sldMk cId="1916661910" sldId="256"/>
            <ac:cxnSpMk id="33" creationId="{B810270D-76A7-44B3-9746-7EDF5788602E}"/>
          </ac:cxnSpMkLst>
        </pc:cxnChg>
        <pc:cxnChg chg="add del">
          <ac:chgData name="Margo Bonal" userId="18c9fa0f-b53d-478b-9dc0-6ad88786c19f" providerId="ADAL" clId="{93D479E5-F67F-4B8A-A78F-A0B574A116B6}" dt="2026-03-08T14:35:24.191" v="83" actId="26606"/>
          <ac:cxnSpMkLst>
            <pc:docMk/>
            <pc:sldMk cId="1916661910" sldId="256"/>
            <ac:cxnSpMk id="40" creationId="{462919E4-C488-4107-9EF1-66152F848008}"/>
          </ac:cxnSpMkLst>
        </pc:cxnChg>
        <pc:cxnChg chg="add del">
          <ac:chgData name="Margo Bonal" userId="18c9fa0f-b53d-478b-9dc0-6ad88786c19f" providerId="ADAL" clId="{93D479E5-F67F-4B8A-A78F-A0B574A116B6}" dt="2026-03-08T14:35:24.191" v="83" actId="26606"/>
          <ac:cxnSpMkLst>
            <pc:docMk/>
            <pc:sldMk cId="1916661910" sldId="256"/>
            <ac:cxnSpMk id="42" creationId="{0BF79732-4088-424C-A653-4534E4389443}"/>
          </ac:cxnSpMkLst>
        </pc:cxnChg>
        <pc:cxnChg chg="add del">
          <ac:chgData name="Margo Bonal" userId="18c9fa0f-b53d-478b-9dc0-6ad88786c19f" providerId="ADAL" clId="{93D479E5-F67F-4B8A-A78F-A0B574A116B6}" dt="2026-03-08T14:40:51.459" v="182"/>
          <ac:cxnSpMkLst>
            <pc:docMk/>
            <pc:sldMk cId="1916661910" sldId="256"/>
            <ac:cxnSpMk id="54" creationId="{C95D65A1-16CB-407F-993F-2A6D59BCC0C8}"/>
          </ac:cxnSpMkLst>
        </pc:cxnChg>
        <pc:cxnChg chg="add del">
          <ac:chgData name="Margo Bonal" userId="18c9fa0f-b53d-478b-9dc0-6ad88786c19f" providerId="ADAL" clId="{93D479E5-F67F-4B8A-A78F-A0B574A116B6}" dt="2026-03-08T14:40:51.459" v="182"/>
          <ac:cxnSpMkLst>
            <pc:docMk/>
            <pc:sldMk cId="1916661910" sldId="256"/>
            <ac:cxnSpMk id="57" creationId="{2AD042BA-B482-486E-9E0C-75374069BBBD}"/>
          </ac:cxnSpMkLst>
        </pc:cxnChg>
      </pc:sldChg>
      <pc:sldChg chg="addSp delSp modSp new mod setBg modClrScheme addAnim delAnim setClrOvrMap chgLayout">
        <pc:chgData name="Margo Bonal" userId="18c9fa0f-b53d-478b-9dc0-6ad88786c19f" providerId="ADAL" clId="{93D479E5-F67F-4B8A-A78F-A0B574A116B6}" dt="2026-03-08T14:45:59.631" v="238" actId="12788"/>
        <pc:sldMkLst>
          <pc:docMk/>
          <pc:sldMk cId="798257210" sldId="257"/>
        </pc:sldMkLst>
        <pc:spChg chg="mod">
          <ac:chgData name="Margo Bonal" userId="18c9fa0f-b53d-478b-9dc0-6ad88786c19f" providerId="ADAL" clId="{93D479E5-F67F-4B8A-A78F-A0B574A116B6}" dt="2026-03-08T14:45:30.135" v="235" actId="12788"/>
          <ac:spMkLst>
            <pc:docMk/>
            <pc:sldMk cId="798257210" sldId="257"/>
            <ac:spMk id="2" creationId="{6C54540B-39E7-E433-3F31-0631A8AB4919}"/>
          </ac:spMkLst>
        </pc:spChg>
        <pc:spChg chg="mod">
          <ac:chgData name="Margo Bonal" userId="18c9fa0f-b53d-478b-9dc0-6ad88786c19f" providerId="ADAL" clId="{93D479E5-F67F-4B8A-A78F-A0B574A116B6}" dt="2026-03-08T14:45:30.135" v="235" actId="12788"/>
          <ac:spMkLst>
            <pc:docMk/>
            <pc:sldMk cId="798257210" sldId="257"/>
            <ac:spMk id="3" creationId="{72C7D5B6-BC99-9EE0-AEF1-1411FD8A43B9}"/>
          </ac:spMkLst>
        </pc:spChg>
        <pc:spChg chg="add mod">
          <ac:chgData name="Margo Bonal" userId="18c9fa0f-b53d-478b-9dc0-6ad88786c19f" providerId="ADAL" clId="{93D479E5-F67F-4B8A-A78F-A0B574A116B6}" dt="2026-03-08T14:45:30.135" v="235" actId="12788"/>
          <ac:spMkLst>
            <pc:docMk/>
            <pc:sldMk cId="798257210" sldId="257"/>
            <ac:spMk id="4" creationId="{FA37160E-D768-0363-F78A-E96D16D8D2AC}"/>
          </ac:spMkLst>
        </pc:spChg>
        <pc:spChg chg="add mod">
          <ac:chgData name="Margo Bonal" userId="18c9fa0f-b53d-478b-9dc0-6ad88786c19f" providerId="ADAL" clId="{93D479E5-F67F-4B8A-A78F-A0B574A116B6}" dt="2026-03-08T14:45:59.631" v="238" actId="12788"/>
          <ac:spMkLst>
            <pc:docMk/>
            <pc:sldMk cId="798257210" sldId="257"/>
            <ac:spMk id="5" creationId="{8BF439D6-F7CF-A350-5DF6-75966FE53A03}"/>
          </ac:spMkLst>
        </pc:spChg>
        <pc:spChg chg="add del">
          <ac:chgData name="Margo Bonal" userId="18c9fa0f-b53d-478b-9dc0-6ad88786c19f" providerId="ADAL" clId="{93D479E5-F67F-4B8A-A78F-A0B574A116B6}" dt="2026-03-08T14:44:03.785" v="222" actId="26606"/>
          <ac:spMkLst>
            <pc:docMk/>
            <pc:sldMk cId="798257210" sldId="257"/>
            <ac:spMk id="11" creationId="{85CB65D0-496F-4797-A015-C85839E35D1A}"/>
          </ac:spMkLst>
        </pc:spChg>
        <pc:spChg chg="add del">
          <ac:chgData name="Margo Bonal" userId="18c9fa0f-b53d-478b-9dc0-6ad88786c19f" providerId="ADAL" clId="{93D479E5-F67F-4B8A-A78F-A0B574A116B6}" dt="2026-03-08T14:44:03.785" v="222" actId="26606"/>
          <ac:spMkLst>
            <pc:docMk/>
            <pc:sldMk cId="798257210" sldId="257"/>
            <ac:spMk id="13" creationId="{95D2C779-8883-4E5F-A170-0F464918C1B7}"/>
          </ac:spMkLst>
        </pc:spChg>
        <pc:spChg chg="add del">
          <ac:chgData name="Margo Bonal" userId="18c9fa0f-b53d-478b-9dc0-6ad88786c19f" providerId="ADAL" clId="{93D479E5-F67F-4B8A-A78F-A0B574A116B6}" dt="2026-03-08T14:44:07.150" v="224" actId="26606"/>
          <ac:spMkLst>
            <pc:docMk/>
            <pc:sldMk cId="798257210" sldId="257"/>
            <ac:spMk id="17" creationId="{33E93247-6229-44AB-A550-739E971E690B}"/>
          </ac:spMkLst>
        </pc:spChg>
        <pc:spChg chg="add del">
          <ac:chgData name="Margo Bonal" userId="18c9fa0f-b53d-478b-9dc0-6ad88786c19f" providerId="ADAL" clId="{93D479E5-F67F-4B8A-A78F-A0B574A116B6}" dt="2026-03-08T14:44:07.150" v="224" actId="26606"/>
          <ac:spMkLst>
            <pc:docMk/>
            <pc:sldMk cId="798257210" sldId="257"/>
            <ac:spMk id="19" creationId="{912025B4-7337-735E-4DC9-E634D2011984}"/>
          </ac:spMkLst>
        </pc:spChg>
        <pc:spChg chg="add del">
          <ac:chgData name="Margo Bonal" userId="18c9fa0f-b53d-478b-9dc0-6ad88786c19f" providerId="ADAL" clId="{93D479E5-F67F-4B8A-A78F-A0B574A116B6}" dt="2026-03-08T14:44:07.150" v="224" actId="26606"/>
          <ac:spMkLst>
            <pc:docMk/>
            <pc:sldMk cId="798257210" sldId="257"/>
            <ac:spMk id="20" creationId="{150CDACD-D191-E642-F686-FCB54B7E5F67}"/>
          </ac:spMkLst>
        </pc:spChg>
        <pc:spChg chg="add del">
          <ac:chgData name="Margo Bonal" userId="18c9fa0f-b53d-478b-9dc0-6ad88786c19f" providerId="ADAL" clId="{93D479E5-F67F-4B8A-A78F-A0B574A116B6}" dt="2026-03-08T14:44:27.889" v="226" actId="26606"/>
          <ac:spMkLst>
            <pc:docMk/>
            <pc:sldMk cId="798257210" sldId="257"/>
            <ac:spMk id="22" creationId="{0AF4F2BA-3C03-4E2C-8ABC-0949B61B3C5E}"/>
          </ac:spMkLst>
        </pc:spChg>
        <pc:spChg chg="add del">
          <ac:chgData name="Margo Bonal" userId="18c9fa0f-b53d-478b-9dc0-6ad88786c19f" providerId="ADAL" clId="{93D479E5-F67F-4B8A-A78F-A0B574A116B6}" dt="2026-03-08T14:44:27.889" v="226" actId="26606"/>
          <ac:spMkLst>
            <pc:docMk/>
            <pc:sldMk cId="798257210" sldId="257"/>
            <ac:spMk id="25" creationId="{B40A8CA7-7D5A-43B0-A1A0-B558ECA9EED1}"/>
          </ac:spMkLst>
        </pc:spChg>
        <pc:picChg chg="add del">
          <ac:chgData name="Margo Bonal" userId="18c9fa0f-b53d-478b-9dc0-6ad88786c19f" providerId="ADAL" clId="{93D479E5-F67F-4B8A-A78F-A0B574A116B6}" dt="2026-03-08T14:44:03.785" v="222" actId="26606"/>
          <ac:picMkLst>
            <pc:docMk/>
            <pc:sldMk cId="798257210" sldId="257"/>
            <ac:picMk id="6" creationId="{2CC7ECC9-2BC0-E78C-EC08-6323617543CB}"/>
          </ac:picMkLst>
        </pc:picChg>
        <pc:picChg chg="add del">
          <ac:chgData name="Margo Bonal" userId="18c9fa0f-b53d-478b-9dc0-6ad88786c19f" providerId="ADAL" clId="{93D479E5-F67F-4B8A-A78F-A0B574A116B6}" dt="2026-03-08T14:44:07.150" v="224" actId="26606"/>
          <ac:picMkLst>
            <pc:docMk/>
            <pc:sldMk cId="798257210" sldId="257"/>
            <ac:picMk id="18" creationId="{04CE8918-76BE-FBA8-C6AC-60EF18E1535B}"/>
          </ac:picMkLst>
        </pc:picChg>
        <pc:picChg chg="add del">
          <ac:chgData name="Margo Bonal" userId="18c9fa0f-b53d-478b-9dc0-6ad88786c19f" providerId="ADAL" clId="{93D479E5-F67F-4B8A-A78F-A0B574A116B6}" dt="2026-03-08T14:44:27.889" v="226" actId="26606"/>
          <ac:picMkLst>
            <pc:docMk/>
            <pc:sldMk cId="798257210" sldId="257"/>
            <ac:picMk id="23" creationId="{CBF8CCA6-6035-B096-C0FC-5B2DD9B61DDE}"/>
          </ac:picMkLst>
        </pc:picChg>
        <pc:cxnChg chg="add del">
          <ac:chgData name="Margo Bonal" userId="18c9fa0f-b53d-478b-9dc0-6ad88786c19f" providerId="ADAL" clId="{93D479E5-F67F-4B8A-A78F-A0B574A116B6}" dt="2026-03-08T14:44:03.785" v="222" actId="26606"/>
          <ac:cxnSpMkLst>
            <pc:docMk/>
            <pc:sldMk cId="798257210" sldId="257"/>
            <ac:cxnSpMk id="15" creationId="{BD96A694-258D-4418-A83C-B9BA72FD44B8}"/>
          </ac:cxnSpMkLst>
        </pc:cxnChg>
        <pc:cxnChg chg="add del">
          <ac:chgData name="Margo Bonal" userId="18c9fa0f-b53d-478b-9dc0-6ad88786c19f" providerId="ADAL" clId="{93D479E5-F67F-4B8A-A78F-A0B574A116B6}" dt="2026-03-08T14:44:27.889" v="226" actId="26606"/>
          <ac:cxnSpMkLst>
            <pc:docMk/>
            <pc:sldMk cId="798257210" sldId="257"/>
            <ac:cxnSpMk id="24" creationId="{A07787ED-5EDC-4C54-AD87-55B60D0FE397}"/>
          </ac:cxnSpMkLst>
        </pc:cxnChg>
      </pc:sldChg>
      <pc:sldChg chg="modSp new add del mod">
        <pc:chgData name="Margo Bonal" userId="18c9fa0f-b53d-478b-9dc0-6ad88786c19f" providerId="ADAL" clId="{93D479E5-F67F-4B8A-A78F-A0B574A116B6}" dt="2026-03-08T14:36:51.797" v="124" actId="2696"/>
        <pc:sldMkLst>
          <pc:docMk/>
          <pc:sldMk cId="2479028366" sldId="257"/>
        </pc:sldMkLst>
        <pc:spChg chg="mod">
          <ac:chgData name="Margo Bonal" userId="18c9fa0f-b53d-478b-9dc0-6ad88786c19f" providerId="ADAL" clId="{93D479E5-F67F-4B8A-A78F-A0B574A116B6}" dt="2026-03-08T14:36:51.579" v="123" actId="14100"/>
          <ac:spMkLst>
            <pc:docMk/>
            <pc:sldMk cId="2479028366" sldId="257"/>
            <ac:spMk id="2" creationId="{EEA0F545-A38F-7469-BC65-7401556AFC82}"/>
          </ac:spMkLst>
        </pc:spChg>
      </pc:sldChg>
      <pc:sldChg chg="new del">
        <pc:chgData name="Margo Bonal" userId="18c9fa0f-b53d-478b-9dc0-6ad88786c19f" providerId="ADAL" clId="{93D479E5-F67F-4B8A-A78F-A0B574A116B6}" dt="2026-03-08T14:43:14.308" v="216" actId="2696"/>
        <pc:sldMkLst>
          <pc:docMk/>
          <pc:sldMk cId="222870439" sldId="258"/>
        </pc:sldMkLst>
      </pc:sldChg>
      <pc:sldChg chg="modSp new del">
        <pc:chgData name="Margo Bonal" userId="18c9fa0f-b53d-478b-9dc0-6ad88786c19f" providerId="ADAL" clId="{93D479E5-F67F-4B8A-A78F-A0B574A116B6}" dt="2026-03-08T14:40:52.018" v="183" actId="680"/>
        <pc:sldMkLst>
          <pc:docMk/>
          <pc:sldMk cId="1264548011" sldId="258"/>
        </pc:sldMkLst>
        <pc:spChg chg="mod">
          <ac:chgData name="Margo Bonal" userId="18c9fa0f-b53d-478b-9dc0-6ad88786c19f" providerId="ADAL" clId="{93D479E5-F67F-4B8A-A78F-A0B574A116B6}" dt="2026-03-08T14:40:51.459" v="182"/>
          <ac:spMkLst>
            <pc:docMk/>
            <pc:sldMk cId="1264548011" sldId="258"/>
            <ac:spMk id="2" creationId="{46F38821-A39E-680D-16AF-1782DC3CD293}"/>
          </ac:spMkLst>
        </pc:spChg>
      </pc:sldChg>
      <pc:sldChg chg="new del">
        <pc:chgData name="Margo Bonal" userId="18c9fa0f-b53d-478b-9dc0-6ad88786c19f" providerId="ADAL" clId="{93D479E5-F67F-4B8A-A78F-A0B574A116B6}" dt="2026-03-08T14:39:02.690" v="171" actId="2696"/>
        <pc:sldMkLst>
          <pc:docMk/>
          <pc:sldMk cId="2050369065" sldId="258"/>
        </pc:sldMkLst>
      </pc:sldChg>
      <pc:sldChg chg="new del">
        <pc:chgData name="Margo Bonal" userId="18c9fa0f-b53d-478b-9dc0-6ad88786c19f" providerId="ADAL" clId="{93D479E5-F67F-4B8A-A78F-A0B574A116B6}" dt="2026-03-08T14:39:14.069" v="173" actId="47"/>
        <pc:sldMkLst>
          <pc:docMk/>
          <pc:sldMk cId="3307009912" sldId="258"/>
        </pc:sldMkLst>
      </pc:sldChg>
      <pc:sldMasterChg chg="add del addSldLayout delSldLayout">
        <pc:chgData name="Margo Bonal" userId="18c9fa0f-b53d-478b-9dc0-6ad88786c19f" providerId="ADAL" clId="{93D479E5-F67F-4B8A-A78F-A0B574A116B6}" dt="2026-03-08T14:30:25.181" v="28" actId="26606"/>
        <pc:sldMasterMkLst>
          <pc:docMk/>
          <pc:sldMasterMk cId="3284252474" sldId="2147483648"/>
        </pc:sldMasterMkLst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033282664" sldId="2147483649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118707975" sldId="2147483650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3237138570" sldId="2147483651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304171858" sldId="2147483652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12164939" sldId="2147483653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815901192" sldId="2147483654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3072766651" sldId="2147483655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3512455508" sldId="2147483656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226821697" sldId="2147483657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2452893957" sldId="2147483658"/>
          </pc:sldLayoutMkLst>
        </pc:sldLayoutChg>
        <pc:sldLayoutChg chg="add del">
          <pc:chgData name="Margo Bonal" userId="18c9fa0f-b53d-478b-9dc0-6ad88786c19f" providerId="ADAL" clId="{93D479E5-F67F-4B8A-A78F-A0B574A116B6}" dt="2026-03-08T14:30:25.181" v="28" actId="26606"/>
          <pc:sldLayoutMkLst>
            <pc:docMk/>
            <pc:sldMasterMk cId="3284252474" sldId="2147483648"/>
            <pc:sldLayoutMk cId="1068890290" sldId="2147483659"/>
          </pc:sldLayoutMkLst>
        </pc:sldLayoutChg>
      </pc:sldMasterChg>
      <pc:sldMasterChg chg="add del replId addSldLayout delSldLayout">
        <pc:chgData name="Margo Bonal" userId="18c9fa0f-b53d-478b-9dc0-6ad88786c19f" providerId="ADAL" clId="{93D479E5-F67F-4B8A-A78F-A0B574A116B6}" dt="2026-03-08T14:30:25.094" v="27" actId="26606"/>
        <pc:sldMasterMkLst>
          <pc:docMk/>
          <pc:sldMasterMk cId="290023269" sldId="2147483660"/>
        </pc:sldMasterMkLst>
        <pc:sldLayoutChg chg="add del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3371612756" sldId="2147483661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67634244" sldId="2147483662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356952047" sldId="2147483663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4141973201" sldId="2147483664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4120190744" sldId="2147483665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660146796" sldId="2147483666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2091514853" sldId="2147483667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3133553903" sldId="2147483668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147608732" sldId="2147483669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1743906841" sldId="2147483670"/>
          </pc:sldLayoutMkLst>
        </pc:sldLayoutChg>
        <pc:sldLayoutChg chg="add del replId">
          <pc:chgData name="Margo Bonal" userId="18c9fa0f-b53d-478b-9dc0-6ad88786c19f" providerId="ADAL" clId="{93D479E5-F67F-4B8A-A78F-A0B574A116B6}" dt="2026-03-08T14:30:25.094" v="27" actId="26606"/>
          <pc:sldLayoutMkLst>
            <pc:docMk/>
            <pc:sldMasterMk cId="290023269" sldId="2147483660"/>
            <pc:sldLayoutMk cId="3367265478" sldId="2147483671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1:47.121" v="54" actId="26606"/>
        <pc:sldMasterMkLst>
          <pc:docMk/>
          <pc:sldMasterMk cId="2486703237" sldId="2147483673"/>
        </pc:sldMasterMkLst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696344618" sldId="2147483662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604117935" sldId="2147483663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459957622" sldId="2147483664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398159033" sldId="2147483665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199839217" sldId="2147483666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507528767" sldId="2147483667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924403092" sldId="2147483668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1223552546" sldId="2147483669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132458949" sldId="2147483670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3608840387" sldId="2147483671"/>
          </pc:sldLayoutMkLst>
        </pc:sldLayoutChg>
        <pc:sldLayoutChg chg="add del">
          <pc:chgData name="Margo Bonal" userId="18c9fa0f-b53d-478b-9dc0-6ad88786c19f" providerId="ADAL" clId="{93D479E5-F67F-4B8A-A78F-A0B574A116B6}" dt="2026-03-08T14:31:47.121" v="54" actId="26606"/>
          <pc:sldLayoutMkLst>
            <pc:docMk/>
            <pc:sldMasterMk cId="2486703237" sldId="2147483673"/>
            <pc:sldLayoutMk cId="1315967585" sldId="2147483672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1:20.791" v="51" actId="26606"/>
        <pc:sldMasterMkLst>
          <pc:docMk/>
          <pc:sldMasterMk cId="2057100312" sldId="2147483698"/>
        </pc:sldMasterMkLst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2834268732" sldId="2147483687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2001340881" sldId="2147483688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1505111466" sldId="2147483689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2438606661" sldId="2147483690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1895772608" sldId="2147483691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919258172" sldId="2147483692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1304930977" sldId="2147483693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1754423770" sldId="2147483694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2008673592" sldId="2147483695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1034073367" sldId="2147483696"/>
          </pc:sldLayoutMkLst>
        </pc:sldLayoutChg>
        <pc:sldLayoutChg chg="add del">
          <pc:chgData name="Margo Bonal" userId="18c9fa0f-b53d-478b-9dc0-6ad88786c19f" providerId="ADAL" clId="{93D479E5-F67F-4B8A-A78F-A0B574A116B6}" dt="2026-03-08T14:31:20.791" v="51" actId="26606"/>
          <pc:sldLayoutMkLst>
            <pc:docMk/>
            <pc:sldMasterMk cId="2057100312" sldId="2147483698"/>
            <pc:sldLayoutMk cId="225648956" sldId="2147483697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2:49.060" v="64" actId="26606"/>
        <pc:sldMasterMkLst>
          <pc:docMk/>
          <pc:sldMasterMk cId="1947775101" sldId="2147483726"/>
        </pc:sldMasterMkLst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419163171" sldId="2147483715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374273341" sldId="2147483716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534878236" sldId="2147483717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813816717" sldId="2147483718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579431350" sldId="2147483719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773902019" sldId="2147483720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2808765370" sldId="2147483721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3651758353" sldId="2147483722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778839595" sldId="2147483723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1579141180" sldId="2147483724"/>
          </pc:sldLayoutMkLst>
        </pc:sldLayoutChg>
        <pc:sldLayoutChg chg="add del">
          <pc:chgData name="Margo Bonal" userId="18c9fa0f-b53d-478b-9dc0-6ad88786c19f" providerId="ADAL" clId="{93D479E5-F67F-4B8A-A78F-A0B574A116B6}" dt="2026-03-08T14:32:49.060" v="64" actId="26606"/>
          <pc:sldLayoutMkLst>
            <pc:docMk/>
            <pc:sldMasterMk cId="1947775101" sldId="2147483726"/>
            <pc:sldLayoutMk cId="725880516" sldId="2147483725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29:22.790" v="6" actId="26606"/>
        <pc:sldMasterMkLst>
          <pc:docMk/>
          <pc:sldMasterMk cId="939456377" sldId="2147483738"/>
        </pc:sldMasterMkLst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2964668950" sldId="2147483727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3825726748" sldId="2147483728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2281457719" sldId="2147483729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1549037478" sldId="2147483730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1499164151" sldId="2147483731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3831639391" sldId="2147483732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2908275760" sldId="2147483733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2926414760" sldId="2147483734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1204032117" sldId="2147483735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3238790704" sldId="2147483736"/>
          </pc:sldLayoutMkLst>
        </pc:sldLayoutChg>
        <pc:sldLayoutChg chg="add del">
          <pc:chgData name="Margo Bonal" userId="18c9fa0f-b53d-478b-9dc0-6ad88786c19f" providerId="ADAL" clId="{93D479E5-F67F-4B8A-A78F-A0B574A116B6}" dt="2026-03-08T14:29:22.790" v="6" actId="26606"/>
          <pc:sldLayoutMkLst>
            <pc:docMk/>
            <pc:sldMasterMk cId="939456377" sldId="2147483738"/>
            <pc:sldLayoutMk cId="136777702" sldId="2147483737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6:52.675" v="127" actId="26606"/>
        <pc:sldMasterMkLst>
          <pc:docMk/>
          <pc:sldMasterMk cId="1910141282" sldId="2147483763"/>
        </pc:sldMasterMkLst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2740459542" sldId="2147483752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2040815420" sldId="2147483753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1679322755" sldId="2147483754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2560185782" sldId="2147483755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3523744172" sldId="2147483756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3216836895" sldId="2147483757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1138438944" sldId="2147483758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3052393861" sldId="2147483759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3820544423" sldId="2147483760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1527608814" sldId="2147483761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1910141282" sldId="2147483763"/>
            <pc:sldLayoutMk cId="129511148" sldId="2147483762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6:52.675" v="127" actId="26606"/>
        <pc:sldMasterMkLst>
          <pc:docMk/>
          <pc:sldMasterMk cId="4256807758" sldId="2147483814"/>
        </pc:sldMasterMkLst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3413380300" sldId="2147483803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612036350" sldId="2147483804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2040199540" sldId="2147483805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3904193171" sldId="2147483806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3569294715" sldId="2147483807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1935855827" sldId="2147483808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2938465500" sldId="2147483809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1725902291" sldId="2147483810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1013014445" sldId="2147483811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3692425600" sldId="2147483812"/>
          </pc:sldLayoutMkLst>
        </pc:sldLayoutChg>
        <pc:sldLayoutChg chg="add del">
          <pc:chgData name="Margo Bonal" userId="18c9fa0f-b53d-478b-9dc0-6ad88786c19f" providerId="ADAL" clId="{93D479E5-F67F-4B8A-A78F-A0B574A116B6}" dt="2026-03-08T14:36:52.675" v="127" actId="26606"/>
          <pc:sldLayoutMkLst>
            <pc:docMk/>
            <pc:sldMasterMk cId="4256807758" sldId="2147483814"/>
            <pc:sldLayoutMk cId="3124733289" sldId="2147483813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44:27.889" v="226" actId="26606"/>
        <pc:sldMasterMkLst>
          <pc:docMk/>
          <pc:sldMasterMk cId="2829427804" sldId="2147483815"/>
        </pc:sldMasterMkLst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1727665872" sldId="2147483816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2748346463" sldId="2147483817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2059065934" sldId="2147483818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2909360954" sldId="2147483819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4048549359" sldId="2147483820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1646656590" sldId="2147483821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2628931118" sldId="2147483822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3522838735" sldId="2147483823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1891914925" sldId="2147483824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660136369" sldId="2147483825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2829427804" sldId="2147483815"/>
            <pc:sldLayoutMk cId="457643745" sldId="2147483826"/>
          </pc:sldLayoutMkLst>
        </pc:sldLayoutChg>
      </pc:sldMasterChg>
      <pc:sldMasterChg chg="add del replId addSldLayout delSldLayout">
        <pc:chgData name="Margo Bonal" userId="18c9fa0f-b53d-478b-9dc0-6ad88786c19f" providerId="ADAL" clId="{93D479E5-F67F-4B8A-A78F-A0B574A116B6}" dt="2026-03-08T14:44:03.785" v="222" actId="26606"/>
        <pc:sldMasterMkLst>
          <pc:docMk/>
          <pc:sldMasterMk cId="1934719468" sldId="2147483827"/>
        </pc:sldMasterMkLst>
        <pc:sldLayoutChg chg="add del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1358613271" sldId="2147483828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775718097" sldId="2147483829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912902918" sldId="2147483830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286651358" sldId="2147483831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824741395" sldId="2147483832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587392646" sldId="2147483833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210096265" sldId="2147483834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3160339363" sldId="2147483835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28058685" sldId="2147483836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2711606969" sldId="2147483837"/>
          </pc:sldLayoutMkLst>
        </pc:sldLayoutChg>
        <pc:sldLayoutChg chg="add del replId">
          <pc:chgData name="Margo Bonal" userId="18c9fa0f-b53d-478b-9dc0-6ad88786c19f" providerId="ADAL" clId="{93D479E5-F67F-4B8A-A78F-A0B574A116B6}" dt="2026-03-08T14:44:03.785" v="222" actId="26606"/>
          <pc:sldLayoutMkLst>
            <pc:docMk/>
            <pc:sldMasterMk cId="1934719468" sldId="2147483827"/>
            <pc:sldLayoutMk cId="1266552193" sldId="2147483838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44:07.150" v="224" actId="26606"/>
        <pc:sldMasterMkLst>
          <pc:docMk/>
          <pc:sldMasterMk cId="1045581127" sldId="2147483853"/>
        </pc:sldMasterMkLst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2451192022" sldId="2147483842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1367663674" sldId="2147483843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2100223927" sldId="2147483844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4195881735" sldId="2147483845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318523192" sldId="2147483846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1588178109" sldId="2147483847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4230433855" sldId="2147483848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126096331" sldId="2147483849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161003357" sldId="2147483850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3812023952" sldId="2147483851"/>
          </pc:sldLayoutMkLst>
        </pc:sldLayoutChg>
        <pc:sldLayoutChg chg="add del">
          <pc:chgData name="Margo Bonal" userId="18c9fa0f-b53d-478b-9dc0-6ad88786c19f" providerId="ADAL" clId="{93D479E5-F67F-4B8A-A78F-A0B574A116B6}" dt="2026-03-08T14:44:07.150" v="224" actId="26606"/>
          <pc:sldLayoutMkLst>
            <pc:docMk/>
            <pc:sldMasterMk cId="1045581127" sldId="2147483853"/>
            <pc:sldLayoutMk cId="271010891" sldId="2147483852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35:24.191" v="83" actId="26606"/>
        <pc:sldMasterMkLst>
          <pc:docMk/>
          <pc:sldMasterMk cId="1742305576" sldId="2147483855"/>
        </pc:sldMasterMkLst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1974122960" sldId="2147483844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4132047666" sldId="2147483845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3790538883" sldId="2147483846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1558737318" sldId="2147483847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1052903379" sldId="2147483848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3795206907" sldId="2147483849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3361619846" sldId="2147483850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650973119" sldId="2147483851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2468341985" sldId="2147483852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267038196" sldId="2147483853"/>
          </pc:sldLayoutMkLst>
        </pc:sldLayoutChg>
        <pc:sldLayoutChg chg="add del">
          <pc:chgData name="Margo Bonal" userId="18c9fa0f-b53d-478b-9dc0-6ad88786c19f" providerId="ADAL" clId="{93D479E5-F67F-4B8A-A78F-A0B574A116B6}" dt="2026-03-08T14:35:24.191" v="83" actId="26606"/>
          <pc:sldLayoutMkLst>
            <pc:docMk/>
            <pc:sldMasterMk cId="1742305576" sldId="2147483855"/>
            <pc:sldLayoutMk cId="1275657757" sldId="2147483854"/>
          </pc:sldLayoutMkLst>
        </pc:sldLayoutChg>
      </pc:sldMasterChg>
      <pc:sldMasterChg chg="add del addSldLayout delSldLayout">
        <pc:chgData name="Margo Bonal" userId="18c9fa0f-b53d-478b-9dc0-6ad88786c19f" providerId="ADAL" clId="{93D479E5-F67F-4B8A-A78F-A0B574A116B6}" dt="2026-03-08T14:44:27.889" v="226" actId="26606"/>
        <pc:sldMasterMkLst>
          <pc:docMk/>
          <pc:sldMasterMk cId="3947380193" sldId="2147483879"/>
        </pc:sldMasterMkLst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1509990803" sldId="2147483868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2384066999" sldId="2147483869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719695783" sldId="2147483870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921918551" sldId="2147483871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3529824205" sldId="2147483872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3961367251" sldId="2147483873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1914521893" sldId="2147483874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333924322" sldId="2147483875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2903760334" sldId="2147483876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3401222541" sldId="2147483877"/>
          </pc:sldLayoutMkLst>
        </pc:sldLayoutChg>
        <pc:sldLayoutChg chg="add del">
          <pc:chgData name="Margo Bonal" userId="18c9fa0f-b53d-478b-9dc0-6ad88786c19f" providerId="ADAL" clId="{93D479E5-F67F-4B8A-A78F-A0B574A116B6}" dt="2026-03-08T14:44:27.889" v="226" actId="26606"/>
          <pc:sldLayoutMkLst>
            <pc:docMk/>
            <pc:sldMasterMk cId="3947380193" sldId="2147483879"/>
            <pc:sldLayoutMk cId="2928945079" sldId="214748387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FCBBA-905A-4FD1-BFBA-F3EE6DA2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098"/>
            <a:ext cx="8986580" cy="2832404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48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DD287E-F1C8-463F-8429-D1B5B1582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63522"/>
            <a:ext cx="8986580" cy="65031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F44ED-7973-4A99-B2CA-A8962BCE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96F2-D6BE-49AC-A605-5AE87C3F2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7FC50-B13C-4B63-AE64-F71A6EDE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5A547-BCD1-42BE-966E-53CA0AB93165}"/>
              </a:ext>
            </a:extLst>
          </p:cNvPr>
          <p:cNvCxnSpPr>
            <a:cxnSpLocks/>
          </p:cNvCxnSpPr>
          <p:nvPr/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465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D6F3-88F1-4195-8395-57AA096B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8D06C-EB08-40B3-AFB3-A62F441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3962F-B413-4C4C-A490-724DDB9E7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1813-4E87-4C04-835D-76246010B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2BA3-033C-491E-A045-F0052AC1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02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E19AD-2EDD-4B4F-9F9E-46A44418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9738"/>
            <a:ext cx="8520952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5927-21D5-4EBA-A112-CAD1BD38B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589466"/>
            <a:ext cx="8520952" cy="81326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F0D16-9D87-4D76-A5A5-534E24B7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5F387-5AAC-45D0-ABCE-B1CF4BC7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F6FE-0006-4F40-A7FB-E0FDBADF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014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AADE-587E-4574-B21B-7ABDE5A2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F9DA5-4DFB-4211-A58A-FFD842C27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000" y="2339501"/>
            <a:ext cx="4798979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A99F26-66AF-4614-91CE-C93A24BAC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0020" y="2339501"/>
            <a:ext cx="4798980" cy="355059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F678E-59B5-4DF9-ABCB-506B9CB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50A53-317B-444A-9BA2-F69CDBF5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269A1-B0FB-4C8F-B6AA-0718C92D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BBBF-42B2-4A5D-B145-46983A53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33272"/>
            <a:ext cx="9905999" cy="846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4BE44-5271-4B5D-B649-35E3AF20B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2067127"/>
            <a:ext cx="4798980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7891E-0C0A-4688-97DD-C0715E322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3001" y="2864795"/>
            <a:ext cx="4798978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EAF30-3412-49B0-93D1-596CC2695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018" y="2067127"/>
            <a:ext cx="4798981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07B9B7-F41C-4314-9F0C-BB84547FB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019" y="2864795"/>
            <a:ext cx="4798982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1587F-6AFC-4906-86EB-6B0A86EE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BE2C5-583B-49BC-9864-B01EEF798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9B236-45F5-4CC6-8D53-A6903A1C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3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B206-0678-4577-B79F-760526A5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0" y="1322615"/>
            <a:ext cx="8175171" cy="42127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5FCB8-AFD3-4801-BBD6-9548F4CF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6DACF8-CBC0-416B-B28E-EE18C423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7421-FF49-4CE9-87D0-2B4FFE0E3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94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9CBFE-15AA-4447-9F9C-D8B0BEB2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48227-EC1E-4063-9682-891A2DB1A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6A63-C3F4-4563-A542-9A41AC94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380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900C1-FE18-461C-801C-8626C7759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0"/>
            <a:ext cx="3932237" cy="1964986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CFF3-3406-49E3-9D5A-1BE90FFA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451" y="987425"/>
            <a:ext cx="542154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D14FF-9082-4BBA-BC7A-F4C5B7859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62464"/>
            <a:ext cx="3932237" cy="2206523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2726-EB8E-4DF7-9A1B-F03BD8C7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29BE-611C-4FE6-B0A5-E0FF9DF9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90B32-1D0E-4BCD-8850-59EA235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3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1460E-1069-4FCA-B04E-28F77C861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3614" y="987425"/>
            <a:ext cx="55353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38C1E-867B-4FE9-8783-9B1246AE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57601"/>
            <a:ext cx="3932236" cy="2211388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21568-4870-46F2-9F7E-F4107020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3CC65-0E73-45A1-9D4F-3F4559B3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C58CD-9BC3-431E-A7B4-D596A7F0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F756-D171-474C-8B1A-C818032F6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1"/>
            <a:ext cx="3932236" cy="1959428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401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3BF2-BCE9-47D7-B1C0-1F0E4936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722E9-C3E4-48AF-996A-495AE659F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E516-382B-4845-93BF-20C16EE0D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96E16-F168-442A-843C-5D490D54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61BEA-A969-437A-BD8B-CB1B709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93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528449-3E11-45FF-BF3A-651867603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572500" y="870625"/>
            <a:ext cx="2476499" cy="50292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C0EAB0-2DFA-4CBA-86B1-1826EF523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43000" y="870625"/>
            <a:ext cx="7324928" cy="50292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22F89-E1F5-45D7-945A-8A2886C4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7E82-5FB8-4289-AD0C-0BA788E1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A4046-1A2C-41F5-A177-1C3919C2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855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C2F78B-DEE8-4195-A196-DFC51BDADFF9}"/>
              </a:ext>
            </a:extLst>
          </p:cNvPr>
          <p:cNvSpPr/>
          <p:nvPr/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D79D08-4BE8-4799-BE09-5078DFEE2256}"/>
              </a:ext>
            </a:extLst>
          </p:cNvPr>
          <p:cNvSpPr/>
          <p:nvPr/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5D65A1-16CB-407F-993F-2A6D59BCC0C8}"/>
              </a:ext>
            </a:extLst>
          </p:cNvPr>
          <p:cNvCxnSpPr>
            <a:cxnSpLocks/>
          </p:cNvCxnSpPr>
          <p:nvPr/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A018A2-815D-41B0-A189-FDF7A5E8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1360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FAE63-1276-4C7C-BFF5-F5DF1CDB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332026"/>
            <a:ext cx="9905999" cy="3567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0268-2D73-487C-843B-51648AE18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8157" y="6356350"/>
            <a:ext cx="30933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61E6D-D51F-4BD7-B59D-19AF17917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0" y="6356350"/>
            <a:ext cx="3959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01B1-1C93-41C2-AEE1-815DEA51B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23186" y="6356350"/>
            <a:ext cx="6258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8077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07" r:id="rId6"/>
    <p:sldLayoutId id="2147483803" r:id="rId7"/>
    <p:sldLayoutId id="2147483804" r:id="rId8"/>
    <p:sldLayoutId id="2147483805" r:id="rId9"/>
    <p:sldLayoutId id="2147483806" r:id="rId10"/>
    <p:sldLayoutId id="214748380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029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4540B-39E7-E433-3F31-0631A8AB49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4438" y="635165"/>
            <a:ext cx="7066933" cy="106036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Security vs. Speed: 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C7D5B6-BC99-9EE0-AEF1-1411FD8A43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8429" y="5572524"/>
            <a:ext cx="3858950" cy="650311"/>
          </a:xfrm>
        </p:spPr>
        <p:txBody>
          <a:bodyPr>
            <a:normAutofit fontScale="85000" lnSpcReduction="10000"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Course: CMSC-4200-AI</a:t>
            </a:r>
          </a:p>
          <a:p>
            <a:pPr algn="ctr"/>
            <a:r>
              <a:rPr lang="en-US" dirty="0">
                <a:solidFill>
                  <a:srgbClr val="FFFFFF"/>
                </a:solidFill>
              </a:rPr>
              <a:t>School: Pennsylvania Western University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A37160E-D768-0363-F78A-E96D16D8D2AC}"/>
              </a:ext>
            </a:extLst>
          </p:cNvPr>
          <p:cNvSpPr txBox="1">
            <a:spLocks/>
          </p:cNvSpPr>
          <p:nvPr/>
        </p:nvSpPr>
        <p:spPr>
          <a:xfrm>
            <a:off x="4895976" y="3429000"/>
            <a:ext cx="1943856" cy="12969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20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6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600" dirty="0"/>
              <a:t>AI Project Group 1 :</a:t>
            </a:r>
            <a:br>
              <a:rPr lang="en-US" sz="1600" dirty="0"/>
            </a:br>
            <a:r>
              <a:rPr lang="en-US" sz="1600" dirty="0"/>
              <a:t>Margo Bonal</a:t>
            </a:r>
            <a:br>
              <a:rPr lang="en-US" sz="1600" dirty="0"/>
            </a:br>
            <a:r>
              <a:rPr lang="en-US" sz="1600" dirty="0"/>
              <a:t>Luke Ruffing</a:t>
            </a:r>
            <a:br>
              <a:rPr lang="en-US" sz="1600" dirty="0"/>
            </a:br>
            <a:r>
              <a:rPr lang="en-US" sz="1600" dirty="0"/>
              <a:t>Evan Thompson</a:t>
            </a:r>
            <a:br>
              <a:rPr lang="en-US" sz="1600" dirty="0"/>
            </a:br>
            <a:r>
              <a:rPr lang="en-US" sz="1600" dirty="0"/>
              <a:t> </a:t>
            </a:r>
            <a:br>
              <a:rPr lang="en-US" sz="1600" dirty="0"/>
            </a:b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F439D6-F7CF-A350-5DF6-75966FE53A03}"/>
              </a:ext>
            </a:extLst>
          </p:cNvPr>
          <p:cNvSpPr txBox="1"/>
          <p:nvPr/>
        </p:nvSpPr>
        <p:spPr>
          <a:xfrm>
            <a:off x="3071213" y="2346587"/>
            <a:ext cx="60495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Evaluating AI in Time-Constrained Encryption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98257210"/>
      </p:ext>
    </p:extLst>
  </p:cSld>
  <p:clrMapOvr>
    <a:masterClrMapping/>
  </p:clrMapOvr>
</p:sld>
</file>

<file path=ppt/theme/theme1.xml><?xml version="1.0" encoding="utf-8"?>
<a:theme xmlns:a="http://schemas.openxmlformats.org/drawingml/2006/main" name="RegattaVTI">
  <a:themeElements>
    <a:clrScheme name="Regatta Yellow">
      <a:dk1>
        <a:sysClr val="windowText" lastClr="000000"/>
      </a:dk1>
      <a:lt1>
        <a:sysClr val="window" lastClr="FFFFFF"/>
      </a:lt1>
      <a:dk2>
        <a:srgbClr val="181C30"/>
      </a:dk2>
      <a:lt2>
        <a:srgbClr val="C8E1F4"/>
      </a:lt2>
      <a:accent1>
        <a:srgbClr val="217ED3"/>
      </a:accent1>
      <a:accent2>
        <a:srgbClr val="B92525"/>
      </a:accent2>
      <a:accent3>
        <a:srgbClr val="18558C"/>
      </a:accent3>
      <a:accent4>
        <a:srgbClr val="1D8B35"/>
      </a:accent4>
      <a:accent5>
        <a:srgbClr val="EA75AA"/>
      </a:accent5>
      <a:accent6>
        <a:srgbClr val="F5A700"/>
      </a:accent6>
      <a:hlink>
        <a:srgbClr val="DB0000"/>
      </a:hlink>
      <a:folHlink>
        <a:srgbClr val="066BB6"/>
      </a:folHlink>
    </a:clrScheme>
    <a:fontScheme name="Walbaum Display">
      <a:majorFont>
        <a:latin typeface="Walbaum Display"/>
        <a:ea typeface=""/>
        <a:cs typeface=""/>
      </a:majorFont>
      <a:minorFont>
        <a:latin typeface="Walbaum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gattaVTI" id="{FFC3BCE5-6357-41D1-8E67-3F85B69D7E86}" vid="{893A6374-FE17-48E5-8B62-678C1B11AA1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36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Walbaum Display</vt:lpstr>
      <vt:lpstr>RegattaVTI</vt:lpstr>
      <vt:lpstr>Security vs. Speed: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2026-03-08T14:28:48Z</dcterms:created>
  <dcterms:modified xsi:type="dcterms:W3CDTF">2026-03-08T14:45:59Z</dcterms:modified>
</cp:coreProperties>
</file>