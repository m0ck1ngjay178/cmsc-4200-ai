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5" r:id="rId1"/>
  </p:sldMasterIdLst>
  <p:notesMasterIdLst>
    <p:notesMasterId r:id="rId15"/>
  </p:notesMasterIdLst>
  <p:sldIdLst>
    <p:sldId id="271" r:id="rId2"/>
    <p:sldId id="258" r:id="rId3"/>
    <p:sldId id="275" r:id="rId4"/>
    <p:sldId id="277" r:id="rId5"/>
    <p:sldId id="263" r:id="rId6"/>
    <p:sldId id="281" r:id="rId7"/>
    <p:sldId id="264" r:id="rId8"/>
    <p:sldId id="279" r:id="rId9"/>
    <p:sldId id="265" r:id="rId10"/>
    <p:sldId id="280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643A21-DF86-4903-A0E1-16499DD88D78}" v="226" dt="2026-03-20T14:50:39.1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43" autoAdjust="0"/>
  </p:normalViewPr>
  <p:slideViewPr>
    <p:cSldViewPr snapToGrid="0">
      <p:cViewPr>
        <p:scale>
          <a:sx n="79" d="100"/>
          <a:sy n="79" d="100"/>
        </p:scale>
        <p:origin x="648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3015" y="5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go Bonal" userId="18c9fa0f-b53d-478b-9dc0-6ad88786c19f" providerId="ADAL" clId="{93D479E5-F67F-4B8A-A78F-A0B574A116B6}"/>
    <pc:docChg chg="undo redo custSel addSld delSld modSld sldOrd addMainMaster delMainMaster">
      <pc:chgData name="Margo Bonal" userId="18c9fa0f-b53d-478b-9dc0-6ad88786c19f" providerId="ADAL" clId="{93D479E5-F67F-4B8A-A78F-A0B574A116B6}" dt="2026-03-21T22:01:42.363" v="2588" actId="20577"/>
      <pc:docMkLst>
        <pc:docMk/>
      </pc:docMkLst>
      <pc:sldChg chg="addSp delSp modSp new add del mod setBg">
        <pc:chgData name="Margo Bonal" userId="18c9fa0f-b53d-478b-9dc0-6ad88786c19f" providerId="ADAL" clId="{93D479E5-F67F-4B8A-A78F-A0B574A116B6}" dt="2026-03-20T14:26:05.155" v="2336" actId="2696"/>
        <pc:sldMkLst>
          <pc:docMk/>
          <pc:sldMk cId="2004418569" sldId="258"/>
        </pc:sldMkLst>
        <pc:spChg chg="mo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" creationId="{00EA85E8-01FB-8E12-4E0B-4BEF5FD40E7E}"/>
          </ac:spMkLst>
        </pc:spChg>
        <pc:spChg chg="del mo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3" creationId="{E2B4C7DE-8123-211E-1B65-93CCDA8F9A46}"/>
          </ac:spMkLst>
        </pc:spChg>
        <pc:spChg chg="add del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8" creationId="{DBF61EA3-B236-439E-9C0B-340980D56BEE}"/>
          </ac:spMkLst>
        </pc:spChg>
        <pc:spChg chg="add del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14" creationId="{E659831F-0D9A-4C63-9EBB-8435B85A440F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0" creationId="{BACC6370-2D7E-4714-9D71-7542949D7D5D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2" creationId="{F68B3F68-107C-434F-AA38-110D5EA91B85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4" creationId="{AAD0DBB9-1A4B-4391-81D4-CB19F9AB918A}"/>
          </ac:spMkLst>
        </pc:spChg>
        <pc:spChg chg="add">
          <ac:chgData name="Margo Bonal" userId="18c9fa0f-b53d-478b-9dc0-6ad88786c19f" providerId="ADAL" clId="{93D479E5-F67F-4B8A-A78F-A0B574A116B6}" dt="2026-03-20T13:01:36.131" v="596" actId="26606"/>
          <ac:spMkLst>
            <pc:docMk/>
            <pc:sldMk cId="2004418569" sldId="258"/>
            <ac:spMk id="26" creationId="{063BBA22-50EA-4C4D-BE05-F1CE4E63AA56}"/>
          </ac:spMkLst>
        </pc:spChg>
        <pc:grpChg chg="add del">
          <ac:chgData name="Margo Bonal" userId="18c9fa0f-b53d-478b-9dc0-6ad88786c19f" providerId="ADAL" clId="{93D479E5-F67F-4B8A-A78F-A0B574A116B6}" dt="2026-03-20T13:01:36.131" v="596" actId="26606"/>
          <ac:grpSpMkLst>
            <pc:docMk/>
            <pc:sldMk cId="2004418569" sldId="258"/>
            <ac:grpSpMk id="10" creationId="{28FAF094-D087-493F-8DF9-A486C2D6BBAA}"/>
          </ac:grpSpMkLst>
        </pc:grpChg>
        <pc:graphicFrameChg chg="add modGraphic">
          <ac:chgData name="Margo Bonal" userId="18c9fa0f-b53d-478b-9dc0-6ad88786c19f" providerId="ADAL" clId="{93D479E5-F67F-4B8A-A78F-A0B574A116B6}" dt="2026-03-20T13:05:04.385" v="716" actId="26606"/>
          <ac:graphicFrameMkLst>
            <pc:docMk/>
            <pc:sldMk cId="2004418569" sldId="258"/>
            <ac:graphicFrameMk id="16" creationId="{726F1BD9-27E2-2783-22C4-708E5875FC4D}"/>
          </ac:graphicFrameMkLst>
        </pc:graphicFrameChg>
      </pc:sldChg>
      <pc:sldChg chg="addSp delSp modSp new del mod setBg">
        <pc:chgData name="Margo Bonal" userId="18c9fa0f-b53d-478b-9dc0-6ad88786c19f" providerId="ADAL" clId="{93D479E5-F67F-4B8A-A78F-A0B574A116B6}" dt="2026-03-20T14:04:49.375" v="2080" actId="2696"/>
        <pc:sldMkLst>
          <pc:docMk/>
          <pc:sldMk cId="149795576" sldId="260"/>
        </pc:sldMkLst>
        <pc:spChg chg="mod">
          <ac:chgData name="Margo Bonal" userId="18c9fa0f-b53d-478b-9dc0-6ad88786c19f" providerId="ADAL" clId="{93D479E5-F67F-4B8A-A78F-A0B574A116B6}" dt="2026-03-20T14:00:56.484" v="2055" actId="14100"/>
          <ac:spMkLst>
            <pc:docMk/>
            <pc:sldMk cId="149795576" sldId="260"/>
            <ac:spMk id="2" creationId="{3A852955-2551-12FF-6416-32BAB737FFD9}"/>
          </ac:spMkLst>
        </pc:spChg>
        <pc:spChg chg="add del mod">
          <ac:chgData name="Margo Bonal" userId="18c9fa0f-b53d-478b-9dc0-6ad88786c19f" providerId="ADAL" clId="{93D479E5-F67F-4B8A-A78F-A0B574A116B6}" dt="2026-03-20T13:02:15.173" v="603" actId="26606"/>
          <ac:spMkLst>
            <pc:docMk/>
            <pc:sldMk cId="149795576" sldId="260"/>
            <ac:spMk id="3" creationId="{5BC4AAB4-32DD-0202-4047-F9245BE2A8CD}"/>
          </ac:spMkLst>
        </pc:spChg>
        <pc:spChg chg="add del mod">
          <ac:chgData name="Margo Bonal" userId="18c9fa0f-b53d-478b-9dc0-6ad88786c19f" providerId="ADAL" clId="{93D479E5-F67F-4B8A-A78F-A0B574A116B6}" dt="2026-03-20T13:46:25.708" v="1754" actId="478"/>
          <ac:spMkLst>
            <pc:docMk/>
            <pc:sldMk cId="149795576" sldId="260"/>
            <ac:spMk id="5" creationId="{364B1C2D-0F5D-67ED-CCFB-D80D3EAA8C2B}"/>
          </ac:spMkLst>
        </pc:spChg>
        <pc:spChg chg="add del mod">
          <ac:chgData name="Margo Bonal" userId="18c9fa0f-b53d-478b-9dc0-6ad88786c19f" providerId="ADAL" clId="{93D479E5-F67F-4B8A-A78F-A0B574A116B6}" dt="2026-03-20T13:35:09.199" v="1371" actId="478"/>
          <ac:spMkLst>
            <pc:docMk/>
            <pc:sldMk cId="149795576" sldId="260"/>
            <ac:spMk id="7" creationId="{ABFBEDA7-1556-68F1-6843-ED8DF8B62AEC}"/>
          </ac:spMkLst>
        </pc:spChg>
        <pc:spChg chg="add del">
          <ac:chgData name="Margo Bonal" userId="18c9fa0f-b53d-478b-9dc0-6ad88786c19f" providerId="ADAL" clId="{93D479E5-F67F-4B8A-A78F-A0B574A116B6}" dt="2026-03-20T13:02:15.173" v="603" actId="26606"/>
          <ac:spMkLst>
            <pc:docMk/>
            <pc:sldMk cId="149795576" sldId="260"/>
            <ac:spMk id="8" creationId="{B6CDA21F-E7AF-4C75-8395-33F58D5B0E45}"/>
          </ac:spMkLst>
        </pc:spChg>
        <pc:spChg chg="add del mod">
          <ac:chgData name="Margo Bonal" userId="18c9fa0f-b53d-478b-9dc0-6ad88786c19f" providerId="ADAL" clId="{93D479E5-F67F-4B8A-A78F-A0B574A116B6}" dt="2026-03-20T13:48:12.587" v="1795" actId="14100"/>
          <ac:spMkLst>
            <pc:docMk/>
            <pc:sldMk cId="149795576" sldId="260"/>
            <ac:spMk id="9" creationId="{F7622BCF-0D4A-298F-5187-F21605FF3611}"/>
          </ac:spMkLst>
        </pc:spChg>
        <pc:spChg chg="add mod">
          <ac:chgData name="Margo Bonal" userId="18c9fa0f-b53d-478b-9dc0-6ad88786c19f" providerId="ADAL" clId="{93D479E5-F67F-4B8A-A78F-A0B574A116B6}" dt="2026-03-20T13:46:40.978" v="1757" actId="1076"/>
          <ac:spMkLst>
            <pc:docMk/>
            <pc:sldMk cId="149795576" sldId="260"/>
            <ac:spMk id="14" creationId="{D536A8C2-B60A-B6F0-7A01-15675951A818}"/>
          </ac:spMkLst>
        </pc:spChg>
        <pc:spChg chg="add del">
          <ac:chgData name="Margo Bonal" userId="18c9fa0f-b53d-478b-9dc0-6ad88786c19f" providerId="ADAL" clId="{93D479E5-F67F-4B8A-A78F-A0B574A116B6}" dt="2026-03-20T13:02:15.173" v="603" actId="26606"/>
          <ac:spMkLst>
            <pc:docMk/>
            <pc:sldMk cId="149795576" sldId="260"/>
            <ac:spMk id="15" creationId="{D5B0017B-2ECA-49AF-B397-DC140825DF8D}"/>
          </ac:spMkLst>
        </pc:spChg>
        <pc:spChg chg="add mod">
          <ac:chgData name="Margo Bonal" userId="18c9fa0f-b53d-478b-9dc0-6ad88786c19f" providerId="ADAL" clId="{93D479E5-F67F-4B8A-A78F-A0B574A116B6}" dt="2026-03-20T13:48:12.587" v="1795" actId="14100"/>
          <ac:spMkLst>
            <pc:docMk/>
            <pc:sldMk cId="149795576" sldId="260"/>
            <ac:spMk id="16" creationId="{240BE89B-A3FC-3E1B-8C18-904BFA3EAA62}"/>
          </ac:spMkLst>
        </pc:spChg>
        <pc:spChg chg="add del mod">
          <ac:chgData name="Margo Bonal" userId="18c9fa0f-b53d-478b-9dc0-6ad88786c19f" providerId="ADAL" clId="{93D479E5-F67F-4B8A-A78F-A0B574A116B6}" dt="2026-03-20T13:49:39.320" v="1848" actId="478"/>
          <ac:spMkLst>
            <pc:docMk/>
            <pc:sldMk cId="149795576" sldId="260"/>
            <ac:spMk id="18" creationId="{ABD9A393-D609-BC18-55F5-9A6C22FD18F2}"/>
          </ac:spMkLst>
        </pc:spChg>
        <pc:spChg chg="add del">
          <ac:chgData name="Margo Bonal" userId="18c9fa0f-b53d-478b-9dc0-6ad88786c19f" providerId="ADAL" clId="{93D479E5-F67F-4B8A-A78F-A0B574A116B6}" dt="2026-03-20T13:02:04.645" v="598" actId="26606"/>
          <ac:spMkLst>
            <pc:docMk/>
            <pc:sldMk cId="149795576" sldId="260"/>
            <ac:spMk id="23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2:04.645" v="598" actId="26606"/>
          <ac:spMkLst>
            <pc:docMk/>
            <pc:sldMk cId="149795576" sldId="260"/>
            <ac:spMk id="25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2:04.645" v="598" actId="26606"/>
          <ac:spMkLst>
            <pc:docMk/>
            <pc:sldMk cId="149795576" sldId="260"/>
            <ac:spMk id="27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2:04.645" v="598" actId="26606"/>
          <ac:spMkLst>
            <pc:docMk/>
            <pc:sldMk cId="149795576" sldId="260"/>
            <ac:spMk id="29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2:12.653" v="600" actId="26606"/>
          <ac:spMkLst>
            <pc:docMk/>
            <pc:sldMk cId="149795576" sldId="260"/>
            <ac:spMk id="31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2:12.653" v="600" actId="26606"/>
          <ac:spMkLst>
            <pc:docMk/>
            <pc:sldMk cId="149795576" sldId="260"/>
            <ac:spMk id="32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2:12.653" v="600" actId="26606"/>
          <ac:spMkLst>
            <pc:docMk/>
            <pc:sldMk cId="149795576" sldId="260"/>
            <ac:spMk id="33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2:12.653" v="600" actId="26606"/>
          <ac:spMkLst>
            <pc:docMk/>
            <pc:sldMk cId="149795576" sldId="260"/>
            <ac:spMk id="34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2:15.130" v="602" actId="26606"/>
          <ac:spMkLst>
            <pc:docMk/>
            <pc:sldMk cId="149795576" sldId="260"/>
            <ac:spMk id="37" creationId="{B6CDA21F-E7AF-4C75-8395-33F58D5B0E45}"/>
          </ac:spMkLst>
        </pc:spChg>
        <pc:spChg chg="add del">
          <ac:chgData name="Margo Bonal" userId="18c9fa0f-b53d-478b-9dc0-6ad88786c19f" providerId="ADAL" clId="{93D479E5-F67F-4B8A-A78F-A0B574A116B6}" dt="2026-03-20T13:02:15.130" v="602" actId="26606"/>
          <ac:spMkLst>
            <pc:docMk/>
            <pc:sldMk cId="149795576" sldId="260"/>
            <ac:spMk id="42" creationId="{D5B0017B-2ECA-49AF-B397-DC140825DF8D}"/>
          </ac:spMkLst>
        </pc:spChg>
        <pc:spChg chg="add del">
          <ac:chgData name="Margo Bonal" userId="18c9fa0f-b53d-478b-9dc0-6ad88786c19f" providerId="ADAL" clId="{93D479E5-F67F-4B8A-A78F-A0B574A116B6}" dt="2026-03-20T13:02:24.620" v="605" actId="26606"/>
          <ac:spMkLst>
            <pc:docMk/>
            <pc:sldMk cId="149795576" sldId="260"/>
            <ac:spMk id="46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2:24.620" v="605" actId="26606"/>
          <ac:spMkLst>
            <pc:docMk/>
            <pc:sldMk cId="149795576" sldId="260"/>
            <ac:spMk id="47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2:24.620" v="605" actId="26606"/>
          <ac:spMkLst>
            <pc:docMk/>
            <pc:sldMk cId="149795576" sldId="260"/>
            <ac:spMk id="48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2:24.620" v="605" actId="26606"/>
          <ac:spMkLst>
            <pc:docMk/>
            <pc:sldMk cId="149795576" sldId="260"/>
            <ac:spMk id="49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4:39.720" v="712" actId="26606"/>
          <ac:spMkLst>
            <pc:docMk/>
            <pc:sldMk cId="149795576" sldId="260"/>
            <ac:spMk id="55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4:39.720" v="712" actId="26606"/>
          <ac:spMkLst>
            <pc:docMk/>
            <pc:sldMk cId="149795576" sldId="260"/>
            <ac:spMk id="57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4:39.720" v="712" actId="26606"/>
          <ac:spMkLst>
            <pc:docMk/>
            <pc:sldMk cId="149795576" sldId="260"/>
            <ac:spMk id="59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4:39.720" v="712" actId="26606"/>
          <ac:spMkLst>
            <pc:docMk/>
            <pc:sldMk cId="149795576" sldId="260"/>
            <ac:spMk id="61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4:26.816" v="703" actId="26606"/>
          <ac:spMkLst>
            <pc:docMk/>
            <pc:sldMk cId="149795576" sldId="260"/>
            <ac:spMk id="66" creationId="{2659FDB4-FCBE-4A89-B46D-43D4FA54464D}"/>
          </ac:spMkLst>
        </pc:spChg>
        <pc:spChg chg="add del">
          <ac:chgData name="Margo Bonal" userId="18c9fa0f-b53d-478b-9dc0-6ad88786c19f" providerId="ADAL" clId="{93D479E5-F67F-4B8A-A78F-A0B574A116B6}" dt="2026-03-20T13:04:29.792" v="705" actId="26606"/>
          <ac:spMkLst>
            <pc:docMk/>
            <pc:sldMk cId="149795576" sldId="260"/>
            <ac:spMk id="70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4:29.792" v="705" actId="26606"/>
          <ac:spMkLst>
            <pc:docMk/>
            <pc:sldMk cId="149795576" sldId="260"/>
            <ac:spMk id="71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4:29.792" v="705" actId="26606"/>
          <ac:spMkLst>
            <pc:docMk/>
            <pc:sldMk cId="149795576" sldId="260"/>
            <ac:spMk id="72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4:29.792" v="705" actId="26606"/>
          <ac:spMkLst>
            <pc:docMk/>
            <pc:sldMk cId="149795576" sldId="260"/>
            <ac:spMk id="73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4:35.380" v="707" actId="26606"/>
          <ac:spMkLst>
            <pc:docMk/>
            <pc:sldMk cId="149795576" sldId="260"/>
            <ac:spMk id="75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4:35.380" v="707" actId="26606"/>
          <ac:spMkLst>
            <pc:docMk/>
            <pc:sldMk cId="149795576" sldId="260"/>
            <ac:spMk id="76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4:35.380" v="707" actId="26606"/>
          <ac:spMkLst>
            <pc:docMk/>
            <pc:sldMk cId="149795576" sldId="260"/>
            <ac:spMk id="77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4:35.380" v="707" actId="26606"/>
          <ac:spMkLst>
            <pc:docMk/>
            <pc:sldMk cId="149795576" sldId="260"/>
            <ac:spMk id="78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4:37.645" v="709" actId="26606"/>
          <ac:spMkLst>
            <pc:docMk/>
            <pc:sldMk cId="149795576" sldId="260"/>
            <ac:spMk id="80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4:37.645" v="709" actId="26606"/>
          <ac:spMkLst>
            <pc:docMk/>
            <pc:sldMk cId="149795576" sldId="260"/>
            <ac:spMk id="81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4:37.645" v="709" actId="26606"/>
          <ac:spMkLst>
            <pc:docMk/>
            <pc:sldMk cId="149795576" sldId="260"/>
            <ac:spMk id="82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4:37.645" v="709" actId="26606"/>
          <ac:spMkLst>
            <pc:docMk/>
            <pc:sldMk cId="149795576" sldId="260"/>
            <ac:spMk id="83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4:39.686" v="711" actId="26606"/>
          <ac:spMkLst>
            <pc:docMk/>
            <pc:sldMk cId="149795576" sldId="260"/>
            <ac:spMk id="85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4:39.686" v="711" actId="26606"/>
          <ac:spMkLst>
            <pc:docMk/>
            <pc:sldMk cId="149795576" sldId="260"/>
            <ac:spMk id="86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4:39.686" v="711" actId="26606"/>
          <ac:spMkLst>
            <pc:docMk/>
            <pc:sldMk cId="149795576" sldId="260"/>
            <ac:spMk id="87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4:39.686" v="711" actId="26606"/>
          <ac:spMkLst>
            <pc:docMk/>
            <pc:sldMk cId="149795576" sldId="260"/>
            <ac:spMk id="88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5:30.766" v="723" actId="26606"/>
          <ac:spMkLst>
            <pc:docMk/>
            <pc:sldMk cId="149795576" sldId="260"/>
            <ac:spMk id="90" creationId="{2659FDB4-FCBE-4A89-B46D-43D4FA54464D}"/>
          </ac:spMkLst>
        </pc:spChg>
        <pc:spChg chg="add del">
          <ac:chgData name="Margo Bonal" userId="18c9fa0f-b53d-478b-9dc0-6ad88786c19f" providerId="ADAL" clId="{93D479E5-F67F-4B8A-A78F-A0B574A116B6}" dt="2026-03-20T13:05:24.295" v="720" actId="26606"/>
          <ac:spMkLst>
            <pc:docMk/>
            <pc:sldMk cId="149795576" sldId="260"/>
            <ac:spMk id="96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5:20.738" v="718" actId="26606"/>
          <ac:spMkLst>
            <pc:docMk/>
            <pc:sldMk cId="149795576" sldId="260"/>
            <ac:spMk id="97" creationId="{B50AB553-2A96-4A92-96F2-93548E096954}"/>
          </ac:spMkLst>
        </pc:spChg>
        <pc:spChg chg="add del">
          <ac:chgData name="Margo Bonal" userId="18c9fa0f-b53d-478b-9dc0-6ad88786c19f" providerId="ADAL" clId="{93D479E5-F67F-4B8A-A78F-A0B574A116B6}" dt="2026-03-20T13:05:24.295" v="720" actId="26606"/>
          <ac:spMkLst>
            <pc:docMk/>
            <pc:sldMk cId="149795576" sldId="260"/>
            <ac:spMk id="98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5:24.295" v="720" actId="26606"/>
          <ac:spMkLst>
            <pc:docMk/>
            <pc:sldMk cId="149795576" sldId="260"/>
            <ac:spMk id="100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5:24.295" v="720" actId="26606"/>
          <ac:spMkLst>
            <pc:docMk/>
            <pc:sldMk cId="149795576" sldId="260"/>
            <ac:spMk id="102" creationId="{063BBA22-50EA-4C4D-BE05-F1CE4E63AA56}"/>
          </ac:spMkLst>
        </pc:spChg>
        <pc:spChg chg="add del">
          <ac:chgData name="Margo Bonal" userId="18c9fa0f-b53d-478b-9dc0-6ad88786c19f" providerId="ADAL" clId="{93D479E5-F67F-4B8A-A78F-A0B574A116B6}" dt="2026-03-20T13:05:30.731" v="722" actId="26606"/>
          <ac:spMkLst>
            <pc:docMk/>
            <pc:sldMk cId="149795576" sldId="260"/>
            <ac:spMk id="104" creationId="{BACC6370-2D7E-4714-9D71-7542949D7D5D}"/>
          </ac:spMkLst>
        </pc:spChg>
        <pc:spChg chg="add del">
          <ac:chgData name="Margo Bonal" userId="18c9fa0f-b53d-478b-9dc0-6ad88786c19f" providerId="ADAL" clId="{93D479E5-F67F-4B8A-A78F-A0B574A116B6}" dt="2026-03-20T13:05:30.731" v="722" actId="26606"/>
          <ac:spMkLst>
            <pc:docMk/>
            <pc:sldMk cId="149795576" sldId="260"/>
            <ac:spMk id="105" creationId="{F68B3F68-107C-434F-AA38-110D5EA91B85}"/>
          </ac:spMkLst>
        </pc:spChg>
        <pc:spChg chg="add del">
          <ac:chgData name="Margo Bonal" userId="18c9fa0f-b53d-478b-9dc0-6ad88786c19f" providerId="ADAL" clId="{93D479E5-F67F-4B8A-A78F-A0B574A116B6}" dt="2026-03-20T13:05:30.731" v="722" actId="26606"/>
          <ac:spMkLst>
            <pc:docMk/>
            <pc:sldMk cId="149795576" sldId="260"/>
            <ac:spMk id="106" creationId="{AAD0DBB9-1A4B-4391-81D4-CB19F9AB918A}"/>
          </ac:spMkLst>
        </pc:spChg>
        <pc:spChg chg="add del">
          <ac:chgData name="Margo Bonal" userId="18c9fa0f-b53d-478b-9dc0-6ad88786c19f" providerId="ADAL" clId="{93D479E5-F67F-4B8A-A78F-A0B574A116B6}" dt="2026-03-20T13:05:30.731" v="722" actId="26606"/>
          <ac:spMkLst>
            <pc:docMk/>
            <pc:sldMk cId="149795576" sldId="260"/>
            <ac:spMk id="107" creationId="{063BBA22-50EA-4C4D-BE05-F1CE4E63AA56}"/>
          </ac:spMkLst>
        </pc:spChg>
        <pc:spChg chg="add">
          <ac:chgData name="Margo Bonal" userId="18c9fa0f-b53d-478b-9dc0-6ad88786c19f" providerId="ADAL" clId="{93D479E5-F67F-4B8A-A78F-A0B574A116B6}" dt="2026-03-20T13:05:30.766" v="723" actId="26606"/>
          <ac:spMkLst>
            <pc:docMk/>
            <pc:sldMk cId="149795576" sldId="260"/>
            <ac:spMk id="109" creationId="{BACC6370-2D7E-4714-9D71-7542949D7D5D}"/>
          </ac:spMkLst>
        </pc:spChg>
        <pc:spChg chg="add">
          <ac:chgData name="Margo Bonal" userId="18c9fa0f-b53d-478b-9dc0-6ad88786c19f" providerId="ADAL" clId="{93D479E5-F67F-4B8A-A78F-A0B574A116B6}" dt="2026-03-20T13:05:30.766" v="723" actId="26606"/>
          <ac:spMkLst>
            <pc:docMk/>
            <pc:sldMk cId="149795576" sldId="260"/>
            <ac:spMk id="110" creationId="{F68B3F68-107C-434F-AA38-110D5EA91B85}"/>
          </ac:spMkLst>
        </pc:spChg>
        <pc:spChg chg="add">
          <ac:chgData name="Margo Bonal" userId="18c9fa0f-b53d-478b-9dc0-6ad88786c19f" providerId="ADAL" clId="{93D479E5-F67F-4B8A-A78F-A0B574A116B6}" dt="2026-03-20T13:05:30.766" v="723" actId="26606"/>
          <ac:spMkLst>
            <pc:docMk/>
            <pc:sldMk cId="149795576" sldId="260"/>
            <ac:spMk id="111" creationId="{AAD0DBB9-1A4B-4391-81D4-CB19F9AB918A}"/>
          </ac:spMkLst>
        </pc:spChg>
        <pc:spChg chg="add">
          <ac:chgData name="Margo Bonal" userId="18c9fa0f-b53d-478b-9dc0-6ad88786c19f" providerId="ADAL" clId="{93D479E5-F67F-4B8A-A78F-A0B574A116B6}" dt="2026-03-20T13:05:30.766" v="723" actId="26606"/>
          <ac:spMkLst>
            <pc:docMk/>
            <pc:sldMk cId="149795576" sldId="260"/>
            <ac:spMk id="112" creationId="{063BBA22-50EA-4C4D-BE05-F1CE4E63AA56}"/>
          </ac:spMkLst>
        </pc:spChg>
        <pc:grpChg chg="add del">
          <ac:chgData name="Margo Bonal" userId="18c9fa0f-b53d-478b-9dc0-6ad88786c19f" providerId="ADAL" clId="{93D479E5-F67F-4B8A-A78F-A0B574A116B6}" dt="2026-03-20T13:02:15.173" v="603" actId="26606"/>
          <ac:grpSpMkLst>
            <pc:docMk/>
            <pc:sldMk cId="149795576" sldId="260"/>
            <ac:grpSpMk id="10" creationId="{AE1C45F0-260A-458C-96ED-C1F6D2151219}"/>
          </ac:grpSpMkLst>
        </pc:grpChg>
        <pc:grpChg chg="add del">
          <ac:chgData name="Margo Bonal" userId="18c9fa0f-b53d-478b-9dc0-6ad88786c19f" providerId="ADAL" clId="{93D479E5-F67F-4B8A-A78F-A0B574A116B6}" dt="2026-03-20T13:02:15.130" v="602" actId="26606"/>
          <ac:grpSpMkLst>
            <pc:docMk/>
            <pc:sldMk cId="149795576" sldId="260"/>
            <ac:grpSpMk id="38" creationId="{AE1C45F0-260A-458C-96ED-C1F6D2151219}"/>
          </ac:grpSpMkLst>
        </pc:grpChg>
        <pc:graphicFrameChg chg="add del">
          <ac:chgData name="Margo Bonal" userId="18c9fa0f-b53d-478b-9dc0-6ad88786c19f" providerId="ADAL" clId="{93D479E5-F67F-4B8A-A78F-A0B574A116B6}" dt="2026-03-20T13:02:04.645" v="598" actId="26606"/>
          <ac:graphicFrameMkLst>
            <pc:docMk/>
            <pc:sldMk cId="149795576" sldId="260"/>
            <ac:graphicFrameMk id="19" creationId="{6D63F3FA-6C01-E6FD-8CEB-480DFE78C63E}"/>
          </ac:graphicFrameMkLst>
        </pc:graphicFrameChg>
        <pc:graphicFrameChg chg="add del">
          <ac:chgData name="Margo Bonal" userId="18c9fa0f-b53d-478b-9dc0-6ad88786c19f" providerId="ADAL" clId="{93D479E5-F67F-4B8A-A78F-A0B574A116B6}" dt="2026-03-20T13:02:12.653" v="600" actId="26606"/>
          <ac:graphicFrameMkLst>
            <pc:docMk/>
            <pc:sldMk cId="149795576" sldId="260"/>
            <ac:graphicFrameMk id="35" creationId="{8CC348EB-7C5B-51B3-89AD-CCA11313CDFB}"/>
          </ac:graphicFrameMkLst>
        </pc:graphicFrameChg>
        <pc:graphicFrameChg chg="add del">
          <ac:chgData name="Margo Bonal" userId="18c9fa0f-b53d-478b-9dc0-6ad88786c19f" providerId="ADAL" clId="{93D479E5-F67F-4B8A-A78F-A0B574A116B6}" dt="2026-03-20T13:02:15.130" v="602" actId="26606"/>
          <ac:graphicFrameMkLst>
            <pc:docMk/>
            <pc:sldMk cId="149795576" sldId="260"/>
            <ac:graphicFrameMk id="43" creationId="{6F465BD1-011F-79F0-47FC-EB44CDF3DE9E}"/>
          </ac:graphicFrameMkLst>
        </pc:graphicFrameChg>
        <pc:graphicFrameChg chg="add del mod modGraphic">
          <ac:chgData name="Margo Bonal" userId="18c9fa0f-b53d-478b-9dc0-6ad88786c19f" providerId="ADAL" clId="{93D479E5-F67F-4B8A-A78F-A0B574A116B6}" dt="2026-03-20T13:35:04.313" v="1369" actId="478"/>
          <ac:graphicFrameMkLst>
            <pc:docMk/>
            <pc:sldMk cId="149795576" sldId="260"/>
            <ac:graphicFrameMk id="50" creationId="{6D63F3FA-6C01-E6FD-8CEB-480DFE78C63E}"/>
          </ac:graphicFrameMkLst>
        </pc:graphicFrameChg>
        <pc:picChg chg="add del">
          <ac:chgData name="Margo Bonal" userId="18c9fa0f-b53d-478b-9dc0-6ad88786c19f" providerId="ADAL" clId="{93D479E5-F67F-4B8A-A78F-A0B574A116B6}" dt="2026-03-20T13:05:20.738" v="718" actId="26606"/>
          <ac:picMkLst>
            <pc:docMk/>
            <pc:sldMk cId="149795576" sldId="260"/>
            <ac:picMk id="93" creationId="{8E05A1FD-8CAD-5BB7-B078-A103C186B6D9}"/>
          </ac:picMkLst>
        </pc:picChg>
        <pc:cxnChg chg="add del">
          <ac:chgData name="Margo Bonal" userId="18c9fa0f-b53d-478b-9dc0-6ad88786c19f" providerId="ADAL" clId="{93D479E5-F67F-4B8A-A78F-A0B574A116B6}" dt="2026-03-20T13:02:15.130" v="602" actId="26606"/>
          <ac:cxnSpMkLst>
            <pc:docMk/>
            <pc:sldMk cId="149795576" sldId="260"/>
            <ac:cxnSpMk id="17" creationId="{6CF1BAF6-AD41-4082-B212-8A1F9A2E8779}"/>
          </ac:cxnSpMkLst>
        </pc:cxnChg>
        <pc:cxnChg chg="add del">
          <ac:chgData name="Margo Bonal" userId="18c9fa0f-b53d-478b-9dc0-6ad88786c19f" providerId="ADAL" clId="{93D479E5-F67F-4B8A-A78F-A0B574A116B6}" dt="2026-03-20T13:02:15.130" v="602" actId="26606"/>
          <ac:cxnSpMkLst>
            <pc:docMk/>
            <pc:sldMk cId="149795576" sldId="260"/>
            <ac:cxnSpMk id="44" creationId="{6CF1BAF6-AD41-4082-B212-8A1F9A2E8779}"/>
          </ac:cxnSpMkLst>
        </pc:cxnChg>
        <pc:cxnChg chg="add del">
          <ac:chgData name="Margo Bonal" userId="18c9fa0f-b53d-478b-9dc0-6ad88786c19f" providerId="ADAL" clId="{93D479E5-F67F-4B8A-A78F-A0B574A116B6}" dt="2026-03-20T13:04:26.816" v="703" actId="26606"/>
          <ac:cxnSpMkLst>
            <pc:docMk/>
            <pc:sldMk cId="149795576" sldId="260"/>
            <ac:cxnSpMk id="68" creationId="{C8F51B3F-8331-4E4A-AE96-D47B1006EEAD}"/>
          </ac:cxnSpMkLst>
        </pc:cxnChg>
        <pc:cxnChg chg="add del">
          <ac:chgData name="Margo Bonal" userId="18c9fa0f-b53d-478b-9dc0-6ad88786c19f" providerId="ADAL" clId="{93D479E5-F67F-4B8A-A78F-A0B574A116B6}" dt="2026-03-20T13:05:30.766" v="723" actId="26606"/>
          <ac:cxnSpMkLst>
            <pc:docMk/>
            <pc:sldMk cId="149795576" sldId="260"/>
            <ac:cxnSpMk id="91" creationId="{C8F51B3F-8331-4E4A-AE96-D47B1006EEAD}"/>
          </ac:cxnSpMkLst>
        </pc:cxnChg>
      </pc:sldChg>
      <pc:sldChg chg="addSp delSp modSp new del mod setBg">
        <pc:chgData name="Margo Bonal" userId="18c9fa0f-b53d-478b-9dc0-6ad88786c19f" providerId="ADAL" clId="{93D479E5-F67F-4B8A-A78F-A0B574A116B6}" dt="2026-03-20T14:14:16.617" v="2220" actId="2696"/>
        <pc:sldMkLst>
          <pc:docMk/>
          <pc:sldMk cId="2155978422" sldId="261"/>
        </pc:sldMkLst>
        <pc:spChg chg="mod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2" creationId="{F97CB9DD-52FB-113D-526B-B6459D63DDA8}"/>
          </ac:spMkLst>
        </pc:spChg>
        <pc:spChg chg="del mod ord">
          <ac:chgData name="Margo Bonal" userId="18c9fa0f-b53d-478b-9dc0-6ad88786c19f" providerId="ADAL" clId="{93D479E5-F67F-4B8A-A78F-A0B574A116B6}" dt="2026-03-20T13:21:07.150" v="1217" actId="478"/>
          <ac:spMkLst>
            <pc:docMk/>
            <pc:sldMk cId="2155978422" sldId="261"/>
            <ac:spMk id="3" creationId="{C6A5AC6E-1FD2-A32F-E33D-B1050BE416BB}"/>
          </ac:spMkLst>
        </pc:spChg>
        <pc:spChg chg="add mod">
          <ac:chgData name="Margo Bonal" userId="18c9fa0f-b53d-478b-9dc0-6ad88786c19f" providerId="ADAL" clId="{93D479E5-F67F-4B8A-A78F-A0B574A116B6}" dt="2026-03-20T13:19:31.039" v="1171"/>
          <ac:spMkLst>
            <pc:docMk/>
            <pc:sldMk cId="2155978422" sldId="261"/>
            <ac:spMk id="5" creationId="{3A11253B-79B4-380F-6216-624A93801EF1}"/>
          </ac:spMkLst>
        </pc:spChg>
        <pc:spChg chg="add del mod">
          <ac:chgData name="Margo Bonal" userId="18c9fa0f-b53d-478b-9dc0-6ad88786c19f" providerId="ADAL" clId="{93D479E5-F67F-4B8A-A78F-A0B574A116B6}" dt="2026-03-20T13:21:21.645" v="1222" actId="478"/>
          <ac:spMkLst>
            <pc:docMk/>
            <pc:sldMk cId="2155978422" sldId="261"/>
            <ac:spMk id="6" creationId="{ECA19D27-C8AB-033C-C57A-67948E4ABDC7}"/>
          </ac:spMkLst>
        </pc:spChg>
        <pc:spChg chg="add mod ord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7" creationId="{F25EBC8F-2E53-E431-5247-09FE4439288F}"/>
          </ac:spMkLst>
        </pc:spChg>
        <pc:spChg chg="add del">
          <ac:chgData name="Margo Bonal" userId="18c9fa0f-b53d-478b-9dc0-6ad88786c19f" providerId="ADAL" clId="{93D479E5-F67F-4B8A-A78F-A0B574A116B6}" dt="2026-03-20T13:12:07.736" v="1009" actId="26606"/>
          <ac:spMkLst>
            <pc:docMk/>
            <pc:sldMk cId="2155978422" sldId="261"/>
            <ac:spMk id="8" creationId="{4DA718D0-4865-4629-8134-44F68D41D574}"/>
          </ac:spMkLst>
        </pc:spChg>
        <pc:spChg chg="add del mod">
          <ac:chgData name="Margo Bonal" userId="18c9fa0f-b53d-478b-9dc0-6ad88786c19f" providerId="ADAL" clId="{93D479E5-F67F-4B8A-A78F-A0B574A116B6}" dt="2026-03-20T13:21:17.967" v="1221" actId="478"/>
          <ac:spMkLst>
            <pc:docMk/>
            <pc:sldMk cId="2155978422" sldId="261"/>
            <ac:spMk id="13" creationId="{2B85C0A1-279E-2BD8-90CD-44D667ABD220}"/>
          </ac:spMkLst>
        </pc:spChg>
        <pc:spChg chg="add del">
          <ac:chgData name="Margo Bonal" userId="18c9fa0f-b53d-478b-9dc0-6ad88786c19f" providerId="ADAL" clId="{93D479E5-F67F-4B8A-A78F-A0B574A116B6}" dt="2026-03-20T13:12:07.736" v="1009" actId="26606"/>
          <ac:spMkLst>
            <pc:docMk/>
            <pc:sldMk cId="2155978422" sldId="261"/>
            <ac:spMk id="14" creationId="{CBC4F608-B4B8-48C3-9572-C0F061B1CD99}"/>
          </ac:spMkLst>
        </pc:spChg>
        <pc:spChg chg="add del">
          <ac:chgData name="Margo Bonal" userId="18c9fa0f-b53d-478b-9dc0-6ad88786c19f" providerId="ADAL" clId="{93D479E5-F67F-4B8A-A78F-A0B574A116B6}" dt="2026-03-20T13:12:19.202" v="1010" actId="26606"/>
          <ac:spMkLst>
            <pc:docMk/>
            <pc:sldMk cId="2155978422" sldId="261"/>
            <ac:spMk id="21" creationId="{EDDBB197-D710-4A4F-A9CA-FD2177498BE8}"/>
          </ac:spMkLst>
        </pc:spChg>
        <pc:spChg chg="add del">
          <ac:chgData name="Margo Bonal" userId="18c9fa0f-b53d-478b-9dc0-6ad88786c19f" providerId="ADAL" clId="{93D479E5-F67F-4B8A-A78F-A0B574A116B6}" dt="2026-03-20T13:12:19.202" v="1010" actId="26606"/>
          <ac:spMkLst>
            <pc:docMk/>
            <pc:sldMk cId="2155978422" sldId="261"/>
            <ac:spMk id="23" creationId="{975D1CFA-2CDB-4B64-BD9F-85744E8DA12F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34" creationId="{12609869-9E80-471B-A487-A53288E0E791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36" creationId="{7004738A-9D34-43E8-97D2-CA0EED4F8BE0}"/>
          </ac:spMkLst>
        </pc:spChg>
        <pc:spChg chg="add del">
          <ac:chgData name="Margo Bonal" userId="18c9fa0f-b53d-478b-9dc0-6ad88786c19f" providerId="ADAL" clId="{93D479E5-F67F-4B8A-A78F-A0B574A116B6}" dt="2026-03-20T13:15:18.396" v="1123" actId="26606"/>
          <ac:spMkLst>
            <pc:docMk/>
            <pc:sldMk cId="2155978422" sldId="261"/>
            <ac:spMk id="38" creationId="{B8B8D07F-F13E-443E-BA68-2D26672D76B9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40" creationId="{2813A4FA-24A5-41ED-A534-3807D1B2F344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42" creationId="{C3944F27-CA70-4E84-A51A-E6BF89558979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44" creationId="{0D7B6173-1D58-48E2-83CF-37350F315F75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45" creationId="{35D813D1-BA6B-40B4-A101-04BB89445561}"/>
          </ac:spMkLst>
        </pc:spChg>
        <pc:spChg chg="add del">
          <ac:chgData name="Margo Bonal" userId="18c9fa0f-b53d-478b-9dc0-6ad88786c19f" providerId="ADAL" clId="{93D479E5-F67F-4B8A-A78F-A0B574A116B6}" dt="2026-03-20T13:15:18.396" v="1123" actId="26606"/>
          <ac:spMkLst>
            <pc:docMk/>
            <pc:sldMk cId="2155978422" sldId="261"/>
            <ac:spMk id="47" creationId="{A51A0227-072A-4F5F-928C-E2C3E5CCD10C}"/>
          </ac:spMkLst>
        </pc:spChg>
        <pc:spChg chg="add del">
          <ac:chgData name="Margo Bonal" userId="18c9fa0f-b53d-478b-9dc0-6ad88786c19f" providerId="ADAL" clId="{93D479E5-F67F-4B8A-A78F-A0B574A116B6}" dt="2026-03-20T13:15:18.396" v="1123" actId="26606"/>
          <ac:spMkLst>
            <pc:docMk/>
            <pc:sldMk cId="2155978422" sldId="261"/>
            <ac:spMk id="49" creationId="{35D99776-4B38-47DF-A302-11AD9AF87ACA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53" creationId="{21BDEC81-16A7-4451-B893-C15000083B77}"/>
          </ac:spMkLst>
        </pc:spChg>
        <pc:spChg chg="add del">
          <ac:chgData name="Margo Bonal" userId="18c9fa0f-b53d-478b-9dc0-6ad88786c19f" providerId="ADAL" clId="{93D479E5-F67F-4B8A-A78F-A0B574A116B6}" dt="2026-03-20T13:26:42.843" v="1299" actId="26606"/>
          <ac:spMkLst>
            <pc:docMk/>
            <pc:sldMk cId="2155978422" sldId="261"/>
            <ac:spMk id="55" creationId="{AEA3DFA5-2D7B-4989-8ED7-8321EC114CF1}"/>
          </ac:spMkLst>
        </pc:spChg>
        <pc:grpChg chg="add del">
          <ac:chgData name="Margo Bonal" userId="18c9fa0f-b53d-478b-9dc0-6ad88786c19f" providerId="ADAL" clId="{93D479E5-F67F-4B8A-A78F-A0B574A116B6}" dt="2026-03-20T13:12:07.736" v="1009" actId="26606"/>
          <ac:grpSpMkLst>
            <pc:docMk/>
            <pc:sldMk cId="2155978422" sldId="261"/>
            <ac:grpSpMk id="10" creationId="{65167ED7-6315-43AB-B1B6-C326D5FD8F84}"/>
          </ac:grpSpMkLst>
        </pc:grpChg>
        <pc:grpChg chg="add">
          <ac:chgData name="Margo Bonal" userId="18c9fa0f-b53d-478b-9dc0-6ad88786c19f" providerId="ADAL" clId="{93D479E5-F67F-4B8A-A78F-A0B574A116B6}" dt="2026-03-20T13:12:07.736" v="1009" actId="26606"/>
          <ac:grpSpMkLst>
            <pc:docMk/>
            <pc:sldMk cId="2155978422" sldId="261"/>
            <ac:grpSpMk id="25" creationId="{25EE5136-01F1-466C-962D-BA9B4C6757AA}"/>
          </ac:grpSpMkLst>
        </pc:grpChg>
        <pc:graphicFrameChg chg="add mod modGraphic">
          <ac:chgData name="Margo Bonal" userId="18c9fa0f-b53d-478b-9dc0-6ad88786c19f" providerId="ADAL" clId="{93D479E5-F67F-4B8A-A78F-A0B574A116B6}" dt="2026-03-20T14:06:27.096" v="2106" actId="1076"/>
          <ac:graphicFrameMkLst>
            <pc:docMk/>
            <pc:sldMk cId="2155978422" sldId="261"/>
            <ac:graphicFrameMk id="4" creationId="{3C49EAB7-558B-7941-8CAA-21E901CF4AD7}"/>
          </ac:graphicFrameMkLst>
        </pc:graphicFrameChg>
        <pc:graphicFrameChg chg="add mod">
          <ac:chgData name="Margo Bonal" userId="18c9fa0f-b53d-478b-9dc0-6ad88786c19f" providerId="ADAL" clId="{93D479E5-F67F-4B8A-A78F-A0B574A116B6}" dt="2026-03-20T14:06:29.396" v="2107"/>
          <ac:graphicFrameMkLst>
            <pc:docMk/>
            <pc:sldMk cId="2155978422" sldId="261"/>
            <ac:graphicFrameMk id="15" creationId="{B2844214-813E-C9D4-E1D0-C9C941F60E48}"/>
          </ac:graphicFrameMkLst>
        </pc:graphicFrameChg>
        <pc:picChg chg="add mod">
          <ac:chgData name="Margo Bonal" userId="18c9fa0f-b53d-478b-9dc0-6ad88786c19f" providerId="ADAL" clId="{93D479E5-F67F-4B8A-A78F-A0B574A116B6}" dt="2026-03-20T13:17:43.578" v="1153" actId="1076"/>
          <ac:picMkLst>
            <pc:docMk/>
            <pc:sldMk cId="2155978422" sldId="261"/>
            <ac:picMk id="18" creationId="{6AC1F208-A038-ABB5-D9F2-196154B8E7A5}"/>
          </ac:picMkLst>
        </pc:picChg>
      </pc:sldChg>
      <pc:sldChg chg="addSp delSp modSp new del mod ord">
        <pc:chgData name="Margo Bonal" userId="18c9fa0f-b53d-478b-9dc0-6ad88786c19f" providerId="ADAL" clId="{93D479E5-F67F-4B8A-A78F-A0B574A116B6}" dt="2026-03-20T13:24:17.043" v="1275" actId="2696"/>
        <pc:sldMkLst>
          <pc:docMk/>
          <pc:sldMk cId="1674025237" sldId="262"/>
        </pc:sldMkLst>
        <pc:spChg chg="del">
          <ac:chgData name="Margo Bonal" userId="18c9fa0f-b53d-478b-9dc0-6ad88786c19f" providerId="ADAL" clId="{93D479E5-F67F-4B8A-A78F-A0B574A116B6}" dt="2026-03-20T13:21:09.603" v="1218"/>
          <ac:spMkLst>
            <pc:docMk/>
            <pc:sldMk cId="1674025237" sldId="262"/>
            <ac:spMk id="3" creationId="{D1B5BB2B-33D5-7DAB-4EE1-EC237C024694}"/>
          </ac:spMkLst>
        </pc:spChg>
        <pc:spChg chg="add mod">
          <ac:chgData name="Margo Bonal" userId="18c9fa0f-b53d-478b-9dc0-6ad88786c19f" providerId="ADAL" clId="{93D479E5-F67F-4B8A-A78F-A0B574A116B6}" dt="2026-03-20T13:23:37.897" v="1260" actId="27636"/>
          <ac:spMkLst>
            <pc:docMk/>
            <pc:sldMk cId="1674025237" sldId="262"/>
            <ac:spMk id="4" creationId="{23F73DE7-493F-6EA1-A57B-03649DA5AFE7}"/>
          </ac:spMkLst>
        </pc:spChg>
      </pc:sldChg>
      <pc:sldChg chg="addSp modSp new mod setBg">
        <pc:chgData name="Margo Bonal" userId="18c9fa0f-b53d-478b-9dc0-6ad88786c19f" providerId="ADAL" clId="{93D479E5-F67F-4B8A-A78F-A0B574A116B6}" dt="2026-03-21T22:01:42.363" v="2588" actId="20577"/>
        <pc:sldMkLst>
          <pc:docMk/>
          <pc:sldMk cId="1605171173" sldId="263"/>
        </pc:sldMkLst>
        <pc:spChg chg="mod">
          <ac:chgData name="Margo Bonal" userId="18c9fa0f-b53d-478b-9dc0-6ad88786c19f" providerId="ADAL" clId="{93D479E5-F67F-4B8A-A78F-A0B574A116B6}" dt="2026-03-20T13:30:49.557" v="1340" actId="1076"/>
          <ac:spMkLst>
            <pc:docMk/>
            <pc:sldMk cId="1605171173" sldId="263"/>
            <ac:spMk id="2" creationId="{817E5507-7BEB-1D01-5229-134196AE5F70}"/>
          </ac:spMkLst>
        </pc:spChg>
        <pc:spChg chg="mod">
          <ac:chgData name="Margo Bonal" userId="18c9fa0f-b53d-478b-9dc0-6ad88786c19f" providerId="ADAL" clId="{93D479E5-F67F-4B8A-A78F-A0B574A116B6}" dt="2026-03-21T22:01:42.363" v="2588" actId="20577"/>
          <ac:spMkLst>
            <pc:docMk/>
            <pc:sldMk cId="1605171173" sldId="263"/>
            <ac:spMk id="3" creationId="{10ABEB13-E101-00CE-9CC4-735B136CA6F3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8" creationId="{09588DA8-065E-4F6F-8EFD-43104AB2E0CF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0" creationId="{C4285719-470E-454C-AF62-8323075F1F5B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2" creationId="{CD9FE4EF-C4D8-49A0-B2FF-81D8DB7D8A24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4" creationId="{4300840D-0A0B-4512-BACA-B439D5B9C57C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6" creationId="{D2B78728-A580-49A7-84F9-6EF6F583ADE0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18" creationId="{38FAA1A1-D861-433F-88FA-1E9D6FD31D11}"/>
          </ac:spMkLst>
        </pc:spChg>
        <pc:spChg chg="add">
          <ac:chgData name="Margo Bonal" userId="18c9fa0f-b53d-478b-9dc0-6ad88786c19f" providerId="ADAL" clId="{93D479E5-F67F-4B8A-A78F-A0B574A116B6}" dt="2026-03-20T13:30:29.047" v="1338" actId="26606"/>
          <ac:spMkLst>
            <pc:docMk/>
            <pc:sldMk cId="1605171173" sldId="263"/>
            <ac:spMk id="20" creationId="{8D71EDA1-87BF-4D5D-AB79-F346FD19278A}"/>
          </ac:spMkLst>
        </pc:spChg>
      </pc:sldChg>
      <pc:sldChg chg="modSp new mod ord">
        <pc:chgData name="Margo Bonal" userId="18c9fa0f-b53d-478b-9dc0-6ad88786c19f" providerId="ADAL" clId="{93D479E5-F67F-4B8A-A78F-A0B574A116B6}" dt="2026-03-20T14:22:29.687" v="2286"/>
        <pc:sldMkLst>
          <pc:docMk/>
          <pc:sldMk cId="1117246204" sldId="264"/>
        </pc:sldMkLst>
        <pc:spChg chg="mod">
          <ac:chgData name="Margo Bonal" userId="18c9fa0f-b53d-478b-9dc0-6ad88786c19f" providerId="ADAL" clId="{93D479E5-F67F-4B8A-A78F-A0B574A116B6}" dt="2026-03-14T15:47:24.874" v="335" actId="20577"/>
          <ac:spMkLst>
            <pc:docMk/>
            <pc:sldMk cId="1117246204" sldId="264"/>
            <ac:spMk id="2" creationId="{6F17A8E0-F0A6-5E5A-3E17-D07C1F19C5B3}"/>
          </ac:spMkLst>
        </pc:spChg>
      </pc:sldChg>
      <pc:sldChg chg="modSp new mod ord">
        <pc:chgData name="Margo Bonal" userId="18c9fa0f-b53d-478b-9dc0-6ad88786c19f" providerId="ADAL" clId="{93D479E5-F67F-4B8A-A78F-A0B574A116B6}" dt="2026-03-20T14:22:28.380" v="2284"/>
        <pc:sldMkLst>
          <pc:docMk/>
          <pc:sldMk cId="3330183413" sldId="265"/>
        </pc:sldMkLst>
        <pc:spChg chg="mod">
          <ac:chgData name="Margo Bonal" userId="18c9fa0f-b53d-478b-9dc0-6ad88786c19f" providerId="ADAL" clId="{93D479E5-F67F-4B8A-A78F-A0B574A116B6}" dt="2026-03-14T15:47:30.346" v="345" actId="20577"/>
          <ac:spMkLst>
            <pc:docMk/>
            <pc:sldMk cId="3330183413" sldId="265"/>
            <ac:spMk id="2" creationId="{0E9721CE-7FDB-6F1E-862D-17EEEB49DF9B}"/>
          </ac:spMkLst>
        </pc:spChg>
      </pc:sldChg>
      <pc:sldChg chg="modSp new mod">
        <pc:chgData name="Margo Bonal" userId="18c9fa0f-b53d-478b-9dc0-6ad88786c19f" providerId="ADAL" clId="{93D479E5-F67F-4B8A-A78F-A0B574A116B6}" dt="2026-03-20T14:46:10.843" v="2484" actId="15"/>
        <pc:sldMkLst>
          <pc:docMk/>
          <pc:sldMk cId="3814308155" sldId="266"/>
        </pc:sldMkLst>
        <pc:spChg chg="mod">
          <ac:chgData name="Margo Bonal" userId="18c9fa0f-b53d-478b-9dc0-6ad88786c19f" providerId="ADAL" clId="{93D479E5-F67F-4B8A-A78F-A0B574A116B6}" dt="2026-03-20T13:30:12.618" v="1337" actId="20577"/>
          <ac:spMkLst>
            <pc:docMk/>
            <pc:sldMk cId="3814308155" sldId="266"/>
            <ac:spMk id="2" creationId="{8C0E0BBA-7667-2FF9-EF48-9DA6C79DDF2B}"/>
          </ac:spMkLst>
        </pc:spChg>
        <pc:spChg chg="mod">
          <ac:chgData name="Margo Bonal" userId="18c9fa0f-b53d-478b-9dc0-6ad88786c19f" providerId="ADAL" clId="{93D479E5-F67F-4B8A-A78F-A0B574A116B6}" dt="2026-03-20T14:46:10.843" v="2484" actId="15"/>
          <ac:spMkLst>
            <pc:docMk/>
            <pc:sldMk cId="3814308155" sldId="266"/>
            <ac:spMk id="3" creationId="{115E4EA9-D4C9-C153-9C80-F53A74AACE51}"/>
          </ac:spMkLst>
        </pc:spChg>
      </pc:sldChg>
      <pc:sldChg chg="modSp new mod">
        <pc:chgData name="Margo Bonal" userId="18c9fa0f-b53d-478b-9dc0-6ad88786c19f" providerId="ADAL" clId="{93D479E5-F67F-4B8A-A78F-A0B574A116B6}" dt="2026-03-14T15:49:35.627" v="428" actId="20577"/>
        <pc:sldMkLst>
          <pc:docMk/>
          <pc:sldMk cId="4119443303" sldId="267"/>
        </pc:sldMkLst>
        <pc:spChg chg="mod">
          <ac:chgData name="Margo Bonal" userId="18c9fa0f-b53d-478b-9dc0-6ad88786c19f" providerId="ADAL" clId="{93D479E5-F67F-4B8A-A78F-A0B574A116B6}" dt="2026-03-14T15:49:35.627" v="428" actId="20577"/>
          <ac:spMkLst>
            <pc:docMk/>
            <pc:sldMk cId="4119443303" sldId="267"/>
            <ac:spMk id="2" creationId="{45E01E8D-68C8-D6F0-81C8-63C5F69745F8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3-20T13:27:04.645" v="1300" actId="26606"/>
        <pc:sldMkLst>
          <pc:docMk/>
          <pc:sldMk cId="472922610" sldId="268"/>
        </pc:sldMkLst>
        <pc:spChg chg="mo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2" creationId="{8F6BC2BD-D5AB-40B6-2E42-FE395BB94CFD}"/>
          </ac:spMkLst>
        </pc:spChg>
        <pc:spChg chg="del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3" creationId="{01753B54-4189-67D7-E701-C4A7EDD0EF6C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8" creationId="{8C790BE2-4E4F-4AAF-81A2-4A6F4885EBE6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0" creationId="{D28B54C3-B57B-472A-B96E-1FCB67093DC2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2" creationId="{7DB3C429-F8DA-49B9-AF84-21996FCF78B5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4" creationId="{E12088DD-B1AD-40E0-8B86-1D87A2CCD9BE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6" creationId="{C4C9F2B0-1044-46EB-8AEB-C3BFFDE6C2CC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18" creationId="{0C395952-4E26-45A2-8756-2ADFD6E53C6E}"/>
          </ac:spMkLst>
        </pc:spChg>
        <pc:spChg chg="add">
          <ac:chgData name="Margo Bonal" userId="18c9fa0f-b53d-478b-9dc0-6ad88786c19f" providerId="ADAL" clId="{93D479E5-F67F-4B8A-A78F-A0B574A116B6}" dt="2026-03-20T13:27:04.645" v="1300" actId="26606"/>
          <ac:spMkLst>
            <pc:docMk/>
            <pc:sldMk cId="472922610" sldId="268"/>
            <ac:spMk id="20" creationId="{4734BADF-9461-4621-B112-2D7BABEA7DD0}"/>
          </ac:spMkLst>
        </pc:spChg>
      </pc:sldChg>
      <pc:sldChg chg="addSp delSp modSp new del mod setBg">
        <pc:chgData name="Margo Bonal" userId="18c9fa0f-b53d-478b-9dc0-6ad88786c19f" providerId="ADAL" clId="{93D479E5-F67F-4B8A-A78F-A0B574A116B6}" dt="2026-03-20T13:09:21.485" v="814" actId="2696"/>
        <pc:sldMkLst>
          <pc:docMk/>
          <pc:sldMk cId="2144603681" sldId="270"/>
        </pc:sldMkLst>
        <pc:spChg chg="add mod">
          <ac:chgData name="Margo Bonal" userId="18c9fa0f-b53d-478b-9dc0-6ad88786c19f" providerId="ADAL" clId="{93D479E5-F67F-4B8A-A78F-A0B574A116B6}" dt="2026-03-20T13:06:37.056" v="758" actId="21"/>
          <ac:spMkLst>
            <pc:docMk/>
            <pc:sldMk cId="2144603681" sldId="270"/>
            <ac:spMk id="4" creationId="{EC4085F2-62A1-F12C-96F1-D60030578151}"/>
          </ac:spMkLst>
        </pc:spChg>
      </pc:sldChg>
      <pc:sldChg chg="addSp delSp modSp new mod ord setBg">
        <pc:chgData name="Margo Bonal" userId="18c9fa0f-b53d-478b-9dc0-6ad88786c19f" providerId="ADAL" clId="{93D479E5-F67F-4B8A-A78F-A0B574A116B6}" dt="2026-03-20T13:09:01.760" v="813" actId="26606"/>
        <pc:sldMkLst>
          <pc:docMk/>
          <pc:sldMk cId="2732488591" sldId="271"/>
        </pc:sldMkLst>
        <pc:spChg chg="add del mod">
          <ac:chgData name="Margo Bonal" userId="18c9fa0f-b53d-478b-9dc0-6ad88786c19f" providerId="ADAL" clId="{93D479E5-F67F-4B8A-A78F-A0B574A116B6}" dt="2026-03-20T13:09:01.745" v="812" actId="26606"/>
          <ac:spMkLst>
            <pc:docMk/>
            <pc:sldMk cId="2732488591" sldId="271"/>
            <ac:spMk id="2" creationId="{3801A0EF-972C-D338-6333-39800DF6F1CF}"/>
          </ac:spMkLst>
        </pc:spChg>
        <pc:spChg chg="mo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3" creationId="{B41390D8-00E3-4E00-622B-469D67983D42}"/>
          </ac:spMkLst>
        </pc:spChg>
        <pc:spChg chg="add mod">
          <ac:chgData name="Margo Bonal" userId="18c9fa0f-b53d-478b-9dc0-6ad88786c19f" providerId="ADAL" clId="{93D479E5-F67F-4B8A-A78F-A0B574A116B6}" dt="2026-03-20T13:06:12.937" v="729"/>
          <ac:spMkLst>
            <pc:docMk/>
            <pc:sldMk cId="2732488591" sldId="271"/>
            <ac:spMk id="4" creationId="{9DBF99C9-F135-F692-CD55-8034D9D7BC7E}"/>
          </ac:spMkLst>
        </pc:spChg>
        <pc:spChg chg="add del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8" creationId="{0E30439A-8A5B-46EC-8283-9B6B031D40D0}"/>
          </ac:spMkLst>
        </pc:spChg>
        <pc:spChg chg="add del">
          <ac:chgData name="Margo Bonal" userId="18c9fa0f-b53d-478b-9dc0-6ad88786c19f" providerId="ADAL" clId="{93D479E5-F67F-4B8A-A78F-A0B574A116B6}" dt="2026-03-20T13:09:01.745" v="812" actId="26606"/>
          <ac:spMkLst>
            <pc:docMk/>
            <pc:sldMk cId="2732488591" sldId="271"/>
            <ac:spMk id="10" creationId="{5CEAD642-85CF-4750-8432-7C80C901F001}"/>
          </ac:spMkLst>
        </pc:spChg>
        <pc:spChg chg="add del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12" creationId="{FA33EEAE-15D5-4119-8C1E-89D943F911EF}"/>
          </ac:spMkLst>
        </pc:spChg>
        <pc:spChg chg="add del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14" creationId="{730D8B3B-9B80-4025-B934-26DC7D7CD231}"/>
          </ac:spMkLst>
        </pc:spChg>
        <pc:spChg chg="add del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16" creationId="{B5A1B09C-1565-46F8-B70F-621C5EB48A09}"/>
          </ac:spMkLst>
        </pc:spChg>
        <pc:spChg chg="add del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18" creationId="{8C516CC8-80AC-446C-A56E-9F54B7210402}"/>
          </ac:spMkLst>
        </pc:spChg>
        <pc:spChg chg="add del">
          <ac:chgData name="Margo Bonal" userId="18c9fa0f-b53d-478b-9dc0-6ad88786c19f" providerId="ADAL" clId="{93D479E5-F67F-4B8A-A78F-A0B574A116B6}" dt="2026-03-20T13:09:01.745" v="812" actId="26606"/>
          <ac:spMkLst>
            <pc:docMk/>
            <pc:sldMk cId="2732488591" sldId="271"/>
            <ac:spMk id="20" creationId="{53947E58-F088-49F1-A3D1-DEA690192E84}"/>
          </ac:spMkLst>
        </pc:spChg>
        <pc:spChg chg="add del">
          <ac:chgData name="Margo Bonal" userId="18c9fa0f-b53d-478b-9dc0-6ad88786c19f" providerId="ADAL" clId="{93D479E5-F67F-4B8A-A78F-A0B574A116B6}" dt="2026-03-20T13:08:59.203" v="810" actId="26606"/>
          <ac:spMkLst>
            <pc:docMk/>
            <pc:sldMk cId="2732488591" sldId="271"/>
            <ac:spMk id="25" creationId="{6F5A5072-7B47-4D32-B52A-4EBBF590B8A5}"/>
          </ac:spMkLst>
        </pc:spChg>
        <pc:spChg chg="add del">
          <ac:chgData name="Margo Bonal" userId="18c9fa0f-b53d-478b-9dc0-6ad88786c19f" providerId="ADAL" clId="{93D479E5-F67F-4B8A-A78F-A0B574A116B6}" dt="2026-03-20T13:08:59.203" v="810" actId="26606"/>
          <ac:spMkLst>
            <pc:docMk/>
            <pc:sldMk cId="2732488591" sldId="271"/>
            <ac:spMk id="27" creationId="{9715DAF0-AE1B-46C9-8A6B-DB2AA05AB91D}"/>
          </ac:spMkLst>
        </pc:spChg>
        <pc:spChg chg="add del">
          <ac:chgData name="Margo Bonal" userId="18c9fa0f-b53d-478b-9dc0-6ad88786c19f" providerId="ADAL" clId="{93D479E5-F67F-4B8A-A78F-A0B574A116B6}" dt="2026-03-20T13:08:59.203" v="810" actId="26606"/>
          <ac:spMkLst>
            <pc:docMk/>
            <pc:sldMk cId="2732488591" sldId="271"/>
            <ac:spMk id="29" creationId="{6016219D-510E-4184-9090-6D5578A87BD1}"/>
          </ac:spMkLst>
        </pc:spChg>
        <pc:spChg chg="add del">
          <ac:chgData name="Margo Bonal" userId="18c9fa0f-b53d-478b-9dc0-6ad88786c19f" providerId="ADAL" clId="{93D479E5-F67F-4B8A-A78F-A0B574A116B6}" dt="2026-03-20T13:08:59.203" v="810" actId="26606"/>
          <ac:spMkLst>
            <pc:docMk/>
            <pc:sldMk cId="2732488591" sldId="271"/>
            <ac:spMk id="35" creationId="{C29501E6-A978-4A61-9689-9085AF97A53A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1" creationId="{D28B54C3-B57B-472A-B96E-1FCB67093DC2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3" creationId="{E12088DD-B1AD-40E0-8B86-1D87A2CCD9BE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4" creationId="{C4C9F2B0-1044-46EB-8AEB-C3BFFDE6C2CC}"/>
          </ac:spMkLst>
        </pc:spChg>
        <pc:spChg chg="add">
          <ac:chgData name="Margo Bonal" userId="18c9fa0f-b53d-478b-9dc0-6ad88786c19f" providerId="ADAL" clId="{93D479E5-F67F-4B8A-A78F-A0B574A116B6}" dt="2026-03-20T13:09:01.760" v="813" actId="26606"/>
          <ac:spMkLst>
            <pc:docMk/>
            <pc:sldMk cId="2732488591" sldId="271"/>
            <ac:spMk id="46" creationId="{4734BADF-9461-4621-B112-2D7BABEA7DD0}"/>
          </ac:spMkLst>
        </pc:spChg>
        <pc:picChg chg="add del">
          <ac:chgData name="Margo Bonal" userId="18c9fa0f-b53d-478b-9dc0-6ad88786c19f" providerId="ADAL" clId="{93D479E5-F67F-4B8A-A78F-A0B574A116B6}" dt="2026-03-20T13:09:01.745" v="812" actId="26606"/>
          <ac:picMkLst>
            <pc:docMk/>
            <pc:sldMk cId="2732488591" sldId="271"/>
            <ac:picMk id="22" creationId="{D25F29D4-7367-7996-0ABE-990CD6FCC80F}"/>
          </ac:picMkLst>
        </pc:picChg>
      </pc:sldChg>
      <pc:sldChg chg="addSp delSp modSp add del mod ord">
        <pc:chgData name="Margo Bonal" userId="18c9fa0f-b53d-478b-9dc0-6ad88786c19f" providerId="ADAL" clId="{93D479E5-F67F-4B8A-A78F-A0B574A116B6}" dt="2026-03-20T14:14:05.442" v="2219" actId="2696"/>
        <pc:sldMkLst>
          <pc:docMk/>
          <pc:sldMk cId="3315532320" sldId="272"/>
        </pc:sldMkLst>
        <pc:spChg chg="mod">
          <ac:chgData name="Margo Bonal" userId="18c9fa0f-b53d-478b-9dc0-6ad88786c19f" providerId="ADAL" clId="{93D479E5-F67F-4B8A-A78F-A0B574A116B6}" dt="2026-03-20T13:28:48.354" v="1329" actId="26606"/>
          <ac:spMkLst>
            <pc:docMk/>
            <pc:sldMk cId="3315532320" sldId="272"/>
            <ac:spMk id="2" creationId="{01710C0F-B8CE-2EA5-2F7C-3BF52800AD47}"/>
          </ac:spMkLst>
        </pc:spChg>
        <pc:spChg chg="add del mod">
          <ac:chgData name="Margo Bonal" userId="18c9fa0f-b53d-478b-9dc0-6ad88786c19f" providerId="ADAL" clId="{93D479E5-F67F-4B8A-A78F-A0B574A116B6}" dt="2026-03-20T13:24:09.413" v="1265" actId="478"/>
          <ac:spMkLst>
            <pc:docMk/>
            <pc:sldMk cId="3315532320" sldId="272"/>
            <ac:spMk id="4" creationId="{B5B415DD-DB14-D481-2487-6662804B463A}"/>
          </ac:spMkLst>
        </pc:spChg>
        <pc:spChg chg="add del mod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5" creationId="{3B8FDD2E-DDBD-DBEC-41C1-30363F6F0858}"/>
          </ac:spMkLst>
        </pc:spChg>
        <pc:spChg chg="add del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09" creationId="{8578F078-414A-FDDF-61B5-047464A6BA3A}"/>
          </ac:spMkLst>
        </pc:spChg>
        <pc:spChg chg="add del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10" creationId="{CE9831D2-A3ED-009B-BD31-4A58E2F9EFBB}"/>
          </ac:spMkLst>
        </pc:spChg>
        <pc:spChg chg="add del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11" creationId="{DE07DE59-AE45-0104-D127-8F065F58C993}"/>
          </ac:spMkLst>
        </pc:spChg>
        <pc:spChg chg="del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12" creationId="{50588F04-1D7F-B1B8-149A-B3247B60D8A2}"/>
          </ac:spMkLst>
        </pc:spChg>
        <pc:spChg chg="add del">
          <ac:chgData name="Margo Bonal" userId="18c9fa0f-b53d-478b-9dc0-6ad88786c19f" providerId="ADAL" clId="{93D479E5-F67F-4B8A-A78F-A0B574A116B6}" dt="2026-03-20T13:28:48.354" v="1329" actId="26606"/>
          <ac:spMkLst>
            <pc:docMk/>
            <pc:sldMk cId="3315532320" sldId="272"/>
            <ac:spMk id="117" creationId="{1B15ED52-F352-441B-82BF-E0EA34836D08}"/>
          </ac:spMkLst>
        </pc:spChg>
        <pc:spChg chg="add del">
          <ac:chgData name="Margo Bonal" userId="18c9fa0f-b53d-478b-9dc0-6ad88786c19f" providerId="ADAL" clId="{93D479E5-F67F-4B8A-A78F-A0B574A116B6}" dt="2026-03-20T13:28:48.354" v="1329" actId="26606"/>
          <ac:spMkLst>
            <pc:docMk/>
            <pc:sldMk cId="3315532320" sldId="272"/>
            <ac:spMk id="119" creationId="{3B2E3793-BFE6-45A2-9B7B-E18844431C99}"/>
          </ac:spMkLst>
        </pc:spChg>
        <pc:spChg chg="add del">
          <ac:chgData name="Margo Bonal" userId="18c9fa0f-b53d-478b-9dc0-6ad88786c19f" providerId="ADAL" clId="{93D479E5-F67F-4B8A-A78F-A0B574A116B6}" dt="2026-03-20T13:28:48.354" v="1329" actId="26606"/>
          <ac:spMkLst>
            <pc:docMk/>
            <pc:sldMk cId="3315532320" sldId="272"/>
            <ac:spMk id="121" creationId="{BC4C4868-CB8F-4AF9-9CDB-8108F2C19B67}"/>
          </ac:spMkLst>
        </pc:spChg>
        <pc:spChg chg="add del">
          <ac:chgData name="Margo Bonal" userId="18c9fa0f-b53d-478b-9dc0-6ad88786c19f" providerId="ADAL" clId="{93D479E5-F67F-4B8A-A78F-A0B574A116B6}" dt="2026-03-20T13:28:48.354" v="1329" actId="26606"/>
          <ac:spMkLst>
            <pc:docMk/>
            <pc:sldMk cId="3315532320" sldId="272"/>
            <ac:spMk id="123" creationId="{375E0459-6403-40CD-989D-56A4407CA12E}"/>
          </ac:spMkLst>
        </pc:spChg>
        <pc:spChg chg="add del">
          <ac:chgData name="Margo Bonal" userId="18c9fa0f-b53d-478b-9dc0-6ad88786c19f" providerId="ADAL" clId="{93D479E5-F67F-4B8A-A78F-A0B574A116B6}" dt="2026-03-20T13:28:48.354" v="1329" actId="26606"/>
          <ac:spMkLst>
            <pc:docMk/>
            <pc:sldMk cId="3315532320" sldId="272"/>
            <ac:spMk id="125" creationId="{53E5B1A8-3AC9-4BD1-9BBC-78CA94F2D1BA}"/>
          </ac:spMkLst>
        </pc:spChg>
        <pc:spChg chg="add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27" creationId="{8578F078-414A-FDDF-61B5-047464A6BA3A}"/>
          </ac:spMkLst>
        </pc:spChg>
        <pc:spChg chg="add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28" creationId="{CE9831D2-A3ED-009B-BD31-4A58E2F9EFBB}"/>
          </ac:spMkLst>
        </pc:spChg>
        <pc:spChg chg="add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29" creationId="{DE07DE59-AE45-0104-D127-8F065F58C993}"/>
          </ac:spMkLst>
        </pc:spChg>
        <pc:spChg chg="add">
          <ac:chgData name="Margo Bonal" userId="18c9fa0f-b53d-478b-9dc0-6ad88786c19f" providerId="ADAL" clId="{93D479E5-F67F-4B8A-A78F-A0B574A116B6}" dt="2026-03-20T13:28:48.404" v="1330" actId="26606"/>
          <ac:spMkLst>
            <pc:docMk/>
            <pc:sldMk cId="3315532320" sldId="272"/>
            <ac:spMk id="130" creationId="{50588F04-1D7F-B1B8-149A-B3247B60D8A2}"/>
          </ac:spMkLst>
        </pc:spChg>
        <pc:graphicFrameChg chg="del">
          <ac:chgData name="Margo Bonal" userId="18c9fa0f-b53d-478b-9dc0-6ad88786c19f" providerId="ADAL" clId="{93D479E5-F67F-4B8A-A78F-A0B574A116B6}" dt="2026-03-20T13:24:02.623" v="1264" actId="478"/>
          <ac:graphicFrameMkLst>
            <pc:docMk/>
            <pc:sldMk cId="3315532320" sldId="272"/>
            <ac:graphicFrameMk id="50" creationId="{227D2C18-4623-C548-9543-E724ECF52C11}"/>
          </ac:graphicFrameMkLst>
        </pc:graphicFrameChg>
        <pc:graphicFrameChg chg="add mod modGraphic">
          <ac:chgData name="Margo Bonal" userId="18c9fa0f-b53d-478b-9dc0-6ad88786c19f" providerId="ADAL" clId="{93D479E5-F67F-4B8A-A78F-A0B574A116B6}" dt="2026-03-20T13:29:52.514" v="1335" actId="12100"/>
          <ac:graphicFrameMkLst>
            <pc:docMk/>
            <pc:sldMk cId="3315532320" sldId="272"/>
            <ac:graphicFrameMk id="114" creationId="{4D1DD9F5-D5E3-F5F3-7E4D-8B7E0E6AEA7A}"/>
          </ac:graphicFrameMkLst>
        </pc:graphicFrameChg>
      </pc:sldChg>
      <pc:sldChg chg="new del">
        <pc:chgData name="Margo Bonal" userId="18c9fa0f-b53d-478b-9dc0-6ad88786c19f" providerId="ADAL" clId="{93D479E5-F67F-4B8A-A78F-A0B574A116B6}" dt="2026-03-20T13:49:34.184" v="1847" actId="2696"/>
        <pc:sldMkLst>
          <pc:docMk/>
          <pc:sldMk cId="2089625348" sldId="273"/>
        </pc:sldMkLst>
      </pc:sldChg>
      <pc:sldChg chg="addSp delSp modSp add del mod">
        <pc:chgData name="Margo Bonal" userId="18c9fa0f-b53d-478b-9dc0-6ad88786c19f" providerId="ADAL" clId="{93D479E5-F67F-4B8A-A78F-A0B574A116B6}" dt="2026-03-20T13:55:36.975" v="1987" actId="2696"/>
        <pc:sldMkLst>
          <pc:docMk/>
          <pc:sldMk cId="2988100851" sldId="274"/>
        </pc:sldMkLst>
        <pc:spChg chg="mod">
          <ac:chgData name="Margo Bonal" userId="18c9fa0f-b53d-478b-9dc0-6ad88786c19f" providerId="ADAL" clId="{93D479E5-F67F-4B8A-A78F-A0B574A116B6}" dt="2026-03-20T13:50:02.472" v="1863" actId="20577"/>
          <ac:spMkLst>
            <pc:docMk/>
            <pc:sldMk cId="2988100851" sldId="274"/>
            <ac:spMk id="2" creationId="{6CCEC8F2-E6DA-F4BD-15DE-7FE5ACA4444B}"/>
          </ac:spMkLst>
        </pc:spChg>
        <pc:spChg chg="add mod">
          <ac:chgData name="Margo Bonal" userId="18c9fa0f-b53d-478b-9dc0-6ad88786c19f" providerId="ADAL" clId="{93D479E5-F67F-4B8A-A78F-A0B574A116B6}" dt="2026-03-20T13:54:18.168" v="1971" actId="1076"/>
          <ac:spMkLst>
            <pc:docMk/>
            <pc:sldMk cId="2988100851" sldId="274"/>
            <ac:spMk id="3" creationId="{A87F8AF1-A890-8DE8-4FA2-C5B5CB8465FA}"/>
          </ac:spMkLst>
        </pc:spChg>
        <pc:spChg chg="add mod">
          <ac:chgData name="Margo Bonal" userId="18c9fa0f-b53d-478b-9dc0-6ad88786c19f" providerId="ADAL" clId="{93D479E5-F67F-4B8A-A78F-A0B574A116B6}" dt="2026-03-20T13:54:14.247" v="1970" actId="1076"/>
          <ac:spMkLst>
            <pc:docMk/>
            <pc:sldMk cId="2988100851" sldId="274"/>
            <ac:spMk id="4" creationId="{4FF8DD4D-EA1B-64B2-A80B-D8C3D0AFB689}"/>
          </ac:spMkLst>
        </pc:spChg>
        <pc:spChg chg="add mod">
          <ac:chgData name="Margo Bonal" userId="18c9fa0f-b53d-478b-9dc0-6ad88786c19f" providerId="ADAL" clId="{93D479E5-F67F-4B8A-A78F-A0B574A116B6}" dt="2026-03-20T13:54:21.993" v="1972" actId="1076"/>
          <ac:spMkLst>
            <pc:docMk/>
            <pc:sldMk cId="2988100851" sldId="274"/>
            <ac:spMk id="5" creationId="{AE3C1476-056F-0393-9A93-37F7D950A8AC}"/>
          </ac:spMkLst>
        </pc:spChg>
        <pc:spChg chg="del">
          <ac:chgData name="Margo Bonal" userId="18c9fa0f-b53d-478b-9dc0-6ad88786c19f" providerId="ADAL" clId="{93D479E5-F67F-4B8A-A78F-A0B574A116B6}" dt="2026-03-20T13:49:46.710" v="1849" actId="478"/>
          <ac:spMkLst>
            <pc:docMk/>
            <pc:sldMk cId="2988100851" sldId="274"/>
            <ac:spMk id="9" creationId="{8B1836B9-5C68-51F2-66C1-963B9EA68D08}"/>
          </ac:spMkLst>
        </pc:spChg>
        <pc:spChg chg="del">
          <ac:chgData name="Margo Bonal" userId="18c9fa0f-b53d-478b-9dc0-6ad88786c19f" providerId="ADAL" clId="{93D479E5-F67F-4B8A-A78F-A0B574A116B6}" dt="2026-03-20T13:49:53.557" v="1851" actId="478"/>
          <ac:spMkLst>
            <pc:docMk/>
            <pc:sldMk cId="2988100851" sldId="274"/>
            <ac:spMk id="14" creationId="{FA35482F-82AA-C6FB-3A6F-96F5B6C5E766}"/>
          </ac:spMkLst>
        </pc:spChg>
        <pc:spChg chg="del">
          <ac:chgData name="Margo Bonal" userId="18c9fa0f-b53d-478b-9dc0-6ad88786c19f" providerId="ADAL" clId="{93D479E5-F67F-4B8A-A78F-A0B574A116B6}" dt="2026-03-20T13:49:50.709" v="1850" actId="478"/>
          <ac:spMkLst>
            <pc:docMk/>
            <pc:sldMk cId="2988100851" sldId="274"/>
            <ac:spMk id="16" creationId="{B6ECB670-8129-9638-167A-91044219EF65}"/>
          </ac:spMkLst>
        </pc:spChg>
        <pc:spChg chg="mod">
          <ac:chgData name="Margo Bonal" userId="18c9fa0f-b53d-478b-9dc0-6ad88786c19f" providerId="ADAL" clId="{93D479E5-F67F-4B8A-A78F-A0B574A116B6}" dt="2026-03-20T13:51:07.326" v="1911" actId="1076"/>
          <ac:spMkLst>
            <pc:docMk/>
            <pc:sldMk cId="2988100851" sldId="274"/>
            <ac:spMk id="18" creationId="{23804C71-DB17-A5D7-14AA-23BDBC7BF3C8}"/>
          </ac:spMkLst>
        </pc:spChg>
      </pc:sldChg>
      <pc:sldChg chg="addSp delSp modSp new mod setBg">
        <pc:chgData name="Margo Bonal" userId="18c9fa0f-b53d-478b-9dc0-6ad88786c19f" providerId="ADAL" clId="{93D479E5-F67F-4B8A-A78F-A0B574A116B6}" dt="2026-03-20T14:14:45.748" v="2222" actId="1076"/>
        <pc:sldMkLst>
          <pc:docMk/>
          <pc:sldMk cId="1426557120" sldId="275"/>
        </pc:sldMkLst>
        <pc:spChg chg="del">
          <ac:chgData name="Margo Bonal" userId="18c9fa0f-b53d-478b-9dc0-6ad88786c19f" providerId="ADAL" clId="{93D479E5-F67F-4B8A-A78F-A0B574A116B6}" dt="2026-03-20T13:54:29.658" v="1973" actId="478"/>
          <ac:spMkLst>
            <pc:docMk/>
            <pc:sldMk cId="1426557120" sldId="275"/>
            <ac:spMk id="2" creationId="{903B929A-9E6C-B27E-0339-3E2D72B2355A}"/>
          </ac:spMkLst>
        </pc:spChg>
        <pc:spChg chg="del">
          <ac:chgData name="Margo Bonal" userId="18c9fa0f-b53d-478b-9dc0-6ad88786c19f" providerId="ADAL" clId="{93D479E5-F67F-4B8A-A78F-A0B574A116B6}" dt="2026-03-20T13:54:29.658" v="1973" actId="478"/>
          <ac:spMkLst>
            <pc:docMk/>
            <pc:sldMk cId="1426557120" sldId="275"/>
            <ac:spMk id="3" creationId="{C197D661-CC02-6BBF-673E-3F38CDF19311}"/>
          </ac:spMkLst>
        </pc:spChg>
        <pc:spChg chg="add del mod">
          <ac:chgData name="Margo Bonal" userId="18c9fa0f-b53d-478b-9dc0-6ad88786c19f" providerId="ADAL" clId="{93D479E5-F67F-4B8A-A78F-A0B574A116B6}" dt="2026-03-20T13:54:56.660" v="1976" actId="478"/>
          <ac:spMkLst>
            <pc:docMk/>
            <pc:sldMk cId="1426557120" sldId="275"/>
            <ac:spMk id="4" creationId="{923B3A2A-430B-5BDA-E7F3-275967F8150D}"/>
          </ac:spMkLst>
        </pc:spChg>
        <pc:spChg chg="add del mod">
          <ac:chgData name="Margo Bonal" userId="18c9fa0f-b53d-478b-9dc0-6ad88786c19f" providerId="ADAL" clId="{93D479E5-F67F-4B8A-A78F-A0B574A116B6}" dt="2026-03-20T14:02:40.731" v="2072" actId="26606"/>
          <ac:spMkLst>
            <pc:docMk/>
            <pc:sldMk cId="1426557120" sldId="275"/>
            <ac:spMk id="6" creationId="{5D34E684-F582-E4E3-63B2-42C84F9F9AD8}"/>
          </ac:spMkLst>
        </pc:spChg>
        <pc:spChg chg="add mod">
          <ac:chgData name="Margo Bonal" userId="18c9fa0f-b53d-478b-9dc0-6ad88786c19f" providerId="ADAL" clId="{93D479E5-F67F-4B8A-A78F-A0B574A116B6}" dt="2026-03-20T14:01:45.053" v="2067" actId="1076"/>
          <ac:spMkLst>
            <pc:docMk/>
            <pc:sldMk cId="1426557120" sldId="275"/>
            <ac:spMk id="7" creationId="{877595DC-5F24-43DE-A51F-61C1424919A8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8" creationId="{09588DA8-065E-4F6F-8EFD-43104AB2E0CF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9" creationId="{C4285719-470E-454C-AF62-8323075F1F5B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10" creationId="{CD9FE4EF-C4D8-49A0-B2FF-81D8DB7D8A24}"/>
          </ac:spMkLst>
        </pc:spChg>
        <pc:spChg chg="add del">
          <ac:chgData name="Margo Bonal" userId="18c9fa0f-b53d-478b-9dc0-6ad88786c19f" providerId="ADAL" clId="{93D479E5-F67F-4B8A-A78F-A0B574A116B6}" dt="2026-03-20T13:56:54.834" v="2006" actId="26606"/>
          <ac:spMkLst>
            <pc:docMk/>
            <pc:sldMk cId="1426557120" sldId="275"/>
            <ac:spMk id="11" creationId="{1B15ED52-F352-441B-82BF-E0EA34836D08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12" creationId="{4300840D-0A0B-4512-BACA-B439D5B9C57C}"/>
          </ac:spMkLst>
        </pc:spChg>
        <pc:spChg chg="add del">
          <ac:chgData name="Margo Bonal" userId="18c9fa0f-b53d-478b-9dc0-6ad88786c19f" providerId="ADAL" clId="{93D479E5-F67F-4B8A-A78F-A0B574A116B6}" dt="2026-03-20T13:56:54.834" v="2006" actId="26606"/>
          <ac:spMkLst>
            <pc:docMk/>
            <pc:sldMk cId="1426557120" sldId="275"/>
            <ac:spMk id="13" creationId="{3B2E3793-BFE6-45A2-9B7B-E18844431C99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14" creationId="{D2B78728-A580-49A7-84F9-6EF6F583ADE0}"/>
          </ac:spMkLst>
        </pc:spChg>
        <pc:spChg chg="add del">
          <ac:chgData name="Margo Bonal" userId="18c9fa0f-b53d-478b-9dc0-6ad88786c19f" providerId="ADAL" clId="{93D479E5-F67F-4B8A-A78F-A0B574A116B6}" dt="2026-03-20T13:56:54.834" v="2006" actId="26606"/>
          <ac:spMkLst>
            <pc:docMk/>
            <pc:sldMk cId="1426557120" sldId="275"/>
            <ac:spMk id="15" creationId="{BC4C4868-CB8F-4AF9-9CDB-8108F2C19B67}"/>
          </ac:spMkLst>
        </pc:spChg>
        <pc:spChg chg="add mod">
          <ac:chgData name="Margo Bonal" userId="18c9fa0f-b53d-478b-9dc0-6ad88786c19f" providerId="ADAL" clId="{93D479E5-F67F-4B8A-A78F-A0B574A116B6}" dt="2026-03-20T14:01:39.194" v="2066" actId="1076"/>
          <ac:spMkLst>
            <pc:docMk/>
            <pc:sldMk cId="1426557120" sldId="275"/>
            <ac:spMk id="16" creationId="{81E0E150-2FC2-EEE3-7E38-1E788F6BA625}"/>
          </ac:spMkLst>
        </pc:spChg>
        <pc:spChg chg="add del">
          <ac:chgData name="Margo Bonal" userId="18c9fa0f-b53d-478b-9dc0-6ad88786c19f" providerId="ADAL" clId="{93D479E5-F67F-4B8A-A78F-A0B574A116B6}" dt="2026-03-20T13:56:54.834" v="2006" actId="26606"/>
          <ac:spMkLst>
            <pc:docMk/>
            <pc:sldMk cId="1426557120" sldId="275"/>
            <ac:spMk id="17" creationId="{375E0459-6403-40CD-989D-56A4407CA12E}"/>
          </ac:spMkLst>
        </pc:spChg>
        <pc:spChg chg="add mod">
          <ac:chgData name="Margo Bonal" userId="18c9fa0f-b53d-478b-9dc0-6ad88786c19f" providerId="ADAL" clId="{93D479E5-F67F-4B8A-A78F-A0B574A116B6}" dt="2026-03-20T14:01:32.675" v="2065" actId="12789"/>
          <ac:spMkLst>
            <pc:docMk/>
            <pc:sldMk cId="1426557120" sldId="275"/>
            <ac:spMk id="18" creationId="{074AF094-E72F-59C1-3EC9-6D652007D4E2}"/>
          </ac:spMkLst>
        </pc:spChg>
        <pc:spChg chg="add del">
          <ac:chgData name="Margo Bonal" userId="18c9fa0f-b53d-478b-9dc0-6ad88786c19f" providerId="ADAL" clId="{93D479E5-F67F-4B8A-A78F-A0B574A116B6}" dt="2026-03-20T13:56:54.834" v="2006" actId="26606"/>
          <ac:spMkLst>
            <pc:docMk/>
            <pc:sldMk cId="1426557120" sldId="275"/>
            <ac:spMk id="19" creationId="{53E5B1A8-3AC9-4BD1-9BBC-78CA94F2D1BA}"/>
          </ac:spMkLst>
        </pc:spChg>
        <pc:spChg chg="add mod">
          <ac:chgData name="Margo Bonal" userId="18c9fa0f-b53d-478b-9dc0-6ad88786c19f" providerId="ADAL" clId="{93D479E5-F67F-4B8A-A78F-A0B574A116B6}" dt="2026-03-20T14:01:18.677" v="2060" actId="12788"/>
          <ac:spMkLst>
            <pc:docMk/>
            <pc:sldMk cId="1426557120" sldId="275"/>
            <ac:spMk id="20" creationId="{8EA47113-AE78-37AD-2E9F-5114B143CF50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21" creationId="{38FAA1A1-D861-433F-88FA-1E9D6FD31D11}"/>
          </ac:spMkLst>
        </pc:spChg>
        <pc:spChg chg="add">
          <ac:chgData name="Margo Bonal" userId="18c9fa0f-b53d-478b-9dc0-6ad88786c19f" providerId="ADAL" clId="{93D479E5-F67F-4B8A-A78F-A0B574A116B6}" dt="2026-03-20T13:57:27.490" v="2007" actId="26606"/>
          <ac:spMkLst>
            <pc:docMk/>
            <pc:sldMk cId="1426557120" sldId="275"/>
            <ac:spMk id="23" creationId="{8D71EDA1-87BF-4D5D-AB79-F346FD19278A}"/>
          </ac:spMkLst>
        </pc:spChg>
        <pc:graphicFrameChg chg="add del">
          <ac:chgData name="Margo Bonal" userId="18c9fa0f-b53d-478b-9dc0-6ad88786c19f" providerId="ADAL" clId="{93D479E5-F67F-4B8A-A78F-A0B574A116B6}" dt="2026-03-20T14:02:37.197" v="2069" actId="26606"/>
          <ac:graphicFrameMkLst>
            <pc:docMk/>
            <pc:sldMk cId="1426557120" sldId="275"/>
            <ac:graphicFrameMk id="25" creationId="{E9A07527-EDDD-6D6F-AB0A-A742135ACF3A}"/>
          </ac:graphicFrameMkLst>
        </pc:graphicFrameChg>
        <pc:graphicFrameChg chg="add del">
          <ac:chgData name="Margo Bonal" userId="18c9fa0f-b53d-478b-9dc0-6ad88786c19f" providerId="ADAL" clId="{93D479E5-F67F-4B8A-A78F-A0B574A116B6}" dt="2026-03-20T14:02:40.698" v="2071" actId="26606"/>
          <ac:graphicFrameMkLst>
            <pc:docMk/>
            <pc:sldMk cId="1426557120" sldId="275"/>
            <ac:graphicFrameMk id="27" creationId="{BEE0EB38-6B6D-1291-015B-FEAF27B8BB08}"/>
          </ac:graphicFrameMkLst>
        </pc:graphicFrameChg>
        <pc:graphicFrameChg chg="add mod modGraphic">
          <ac:chgData name="Margo Bonal" userId="18c9fa0f-b53d-478b-9dc0-6ad88786c19f" providerId="ADAL" clId="{93D479E5-F67F-4B8A-A78F-A0B574A116B6}" dt="2026-03-20T14:14:45.748" v="2222" actId="1076"/>
          <ac:graphicFrameMkLst>
            <pc:docMk/>
            <pc:sldMk cId="1426557120" sldId="275"/>
            <ac:graphicFrameMk id="29" creationId="{800BDBBA-D667-3711-5172-9DCBB8455FF0}"/>
          </ac:graphicFrameMkLst>
        </pc:graphicFrameChg>
      </pc:sldChg>
      <pc:sldChg chg="new del">
        <pc:chgData name="Margo Bonal" userId="18c9fa0f-b53d-478b-9dc0-6ad88786c19f" providerId="ADAL" clId="{93D479E5-F67F-4B8A-A78F-A0B574A116B6}" dt="2026-03-20T14:05:18.706" v="2083" actId="2696"/>
        <pc:sldMkLst>
          <pc:docMk/>
          <pc:sldMk cId="2218381514" sldId="276"/>
        </pc:sldMkLst>
      </pc:sldChg>
      <pc:sldChg chg="addSp delSp modSp new mod">
        <pc:chgData name="Margo Bonal" userId="18c9fa0f-b53d-478b-9dc0-6ad88786c19f" providerId="ADAL" clId="{93D479E5-F67F-4B8A-A78F-A0B574A116B6}" dt="2026-03-21T22:00:22.652" v="2574" actId="20577"/>
        <pc:sldMkLst>
          <pc:docMk/>
          <pc:sldMk cId="894408273" sldId="277"/>
        </pc:sldMkLst>
        <pc:spChg chg="del">
          <ac:chgData name="Margo Bonal" userId="18c9fa0f-b53d-478b-9dc0-6ad88786c19f" providerId="ADAL" clId="{93D479E5-F67F-4B8A-A78F-A0B574A116B6}" dt="2026-03-20T14:06:07.874" v="2093"/>
          <ac:spMkLst>
            <pc:docMk/>
            <pc:sldMk cId="894408273" sldId="277"/>
            <ac:spMk id="2" creationId="{B7A1FD90-A704-19C8-C5F4-00E55AECB988}"/>
          </ac:spMkLst>
        </pc:spChg>
        <pc:spChg chg="add del mod">
          <ac:chgData name="Margo Bonal" userId="18c9fa0f-b53d-478b-9dc0-6ad88786c19f" providerId="ADAL" clId="{93D479E5-F67F-4B8A-A78F-A0B574A116B6}" dt="2026-03-20T14:11:53.582" v="2203" actId="26606"/>
          <ac:spMkLst>
            <pc:docMk/>
            <pc:sldMk cId="894408273" sldId="277"/>
            <ac:spMk id="3" creationId="{FE835609-5755-E9E8-3AA1-681D0E86877B}"/>
          </ac:spMkLst>
        </pc:spChg>
        <pc:spChg chg="mod">
          <ac:chgData name="Margo Bonal" userId="18c9fa0f-b53d-478b-9dc0-6ad88786c19f" providerId="ADAL" clId="{93D479E5-F67F-4B8A-A78F-A0B574A116B6}" dt="2026-03-21T22:00:22.652" v="2574" actId="20577"/>
          <ac:spMkLst>
            <pc:docMk/>
            <pc:sldMk cId="894408273" sldId="277"/>
            <ac:spMk id="4" creationId="{7F677E0F-BF91-66F8-3FE4-355A1391BB33}"/>
          </ac:spMkLst>
        </pc:spChg>
        <pc:spChg chg="add mod">
          <ac:chgData name="Margo Bonal" userId="18c9fa0f-b53d-478b-9dc0-6ad88786c19f" providerId="ADAL" clId="{93D479E5-F67F-4B8A-A78F-A0B574A116B6}" dt="2026-03-20T14:08:02.058" v="2115" actId="1076"/>
          <ac:spMkLst>
            <pc:docMk/>
            <pc:sldMk cId="894408273" sldId="277"/>
            <ac:spMk id="5" creationId="{7B150613-8BB7-CE2F-6F6A-702DE92CC6C2}"/>
          </ac:spMkLst>
        </pc:spChg>
        <pc:spChg chg="add mod">
          <ac:chgData name="Margo Bonal" userId="18c9fa0f-b53d-478b-9dc0-6ad88786c19f" providerId="ADAL" clId="{93D479E5-F67F-4B8A-A78F-A0B574A116B6}" dt="2026-03-20T14:08:27.226" v="2123" actId="1076"/>
          <ac:spMkLst>
            <pc:docMk/>
            <pc:sldMk cId="894408273" sldId="277"/>
            <ac:spMk id="6" creationId="{688944B4-2820-81D6-0EF2-EDD735756CA6}"/>
          </ac:spMkLst>
        </pc:spChg>
        <pc:spChg chg="add mod">
          <ac:chgData name="Margo Bonal" userId="18c9fa0f-b53d-478b-9dc0-6ad88786c19f" providerId="ADAL" clId="{93D479E5-F67F-4B8A-A78F-A0B574A116B6}" dt="2026-03-20T14:51:43.451" v="2570" actId="404"/>
          <ac:spMkLst>
            <pc:docMk/>
            <pc:sldMk cId="894408273" sldId="277"/>
            <ac:spMk id="8" creationId="{60EA2BF6-99E8-2D98-E940-ED19A6922E58}"/>
          </ac:spMkLst>
        </pc:spChg>
        <pc:spChg chg="add del mod">
          <ac:chgData name="Margo Bonal" userId="18c9fa0f-b53d-478b-9dc0-6ad88786c19f" providerId="ADAL" clId="{93D479E5-F67F-4B8A-A78F-A0B574A116B6}" dt="2026-03-20T14:50:47.319" v="2548" actId="478"/>
          <ac:spMkLst>
            <pc:docMk/>
            <pc:sldMk cId="894408273" sldId="277"/>
            <ac:spMk id="12" creationId="{26271885-1287-D07F-1F25-1C1DD4518E71}"/>
          </ac:spMkLst>
        </pc:spChg>
        <pc:graphicFrameChg chg="add mod modGraphic">
          <ac:chgData name="Margo Bonal" userId="18c9fa0f-b53d-478b-9dc0-6ad88786c19f" providerId="ADAL" clId="{93D479E5-F67F-4B8A-A78F-A0B574A116B6}" dt="2026-03-20T14:13:29.495" v="2218" actId="1076"/>
          <ac:graphicFrameMkLst>
            <pc:docMk/>
            <pc:sldMk cId="894408273" sldId="277"/>
            <ac:graphicFrameMk id="7" creationId="{CC8A7EC2-18C5-CE9E-5EB7-BD96AEA308C7}"/>
          </ac:graphicFrameMkLst>
        </pc:graphicFrameChg>
        <pc:graphicFrameChg chg="add del">
          <ac:chgData name="Margo Bonal" userId="18c9fa0f-b53d-478b-9dc0-6ad88786c19f" providerId="ADAL" clId="{93D479E5-F67F-4B8A-A78F-A0B574A116B6}" dt="2026-03-20T14:11:53.564" v="2202" actId="26606"/>
          <ac:graphicFrameMkLst>
            <pc:docMk/>
            <pc:sldMk cId="894408273" sldId="277"/>
            <ac:graphicFrameMk id="9" creationId="{08C8BE06-25C5-FE80-005F-8C9E45D30C9E}"/>
          </ac:graphicFrameMkLst>
        </pc:graphicFrameChg>
        <pc:graphicFrameChg chg="add del mod modGraphic">
          <ac:chgData name="Margo Bonal" userId="18c9fa0f-b53d-478b-9dc0-6ad88786c19f" providerId="ADAL" clId="{93D479E5-F67F-4B8A-A78F-A0B574A116B6}" dt="2026-03-20T14:50:42.605" v="2546" actId="478"/>
          <ac:graphicFrameMkLst>
            <pc:docMk/>
            <pc:sldMk cId="894408273" sldId="277"/>
            <ac:graphicFrameMk id="11" creationId="{CFF8C6C4-A66E-8614-7D54-3005B5AE10F8}"/>
          </ac:graphicFrameMkLst>
        </pc:graphicFrameChg>
      </pc:sldChg>
      <pc:sldChg chg="addSp delSp modSp new del mod">
        <pc:chgData name="Margo Bonal" userId="18c9fa0f-b53d-478b-9dc0-6ad88786c19f" providerId="ADAL" clId="{93D479E5-F67F-4B8A-A78F-A0B574A116B6}" dt="2026-03-20T14:26:58.691" v="2348" actId="2696"/>
        <pc:sldMkLst>
          <pc:docMk/>
          <pc:sldMk cId="4140437822" sldId="278"/>
        </pc:sldMkLst>
        <pc:spChg chg="mod">
          <ac:chgData name="Margo Bonal" userId="18c9fa0f-b53d-478b-9dc0-6ad88786c19f" providerId="ADAL" clId="{93D479E5-F67F-4B8A-A78F-A0B574A116B6}" dt="2026-03-20T14:24:50.053" v="2320" actId="20577"/>
          <ac:spMkLst>
            <pc:docMk/>
            <pc:sldMk cId="4140437822" sldId="278"/>
            <ac:spMk id="2" creationId="{664EDF6D-3736-634E-AE19-2AB85F320305}"/>
          </ac:spMkLst>
        </pc:spChg>
        <pc:spChg chg="del">
          <ac:chgData name="Margo Bonal" userId="18c9fa0f-b53d-478b-9dc0-6ad88786c19f" providerId="ADAL" clId="{93D479E5-F67F-4B8A-A78F-A0B574A116B6}" dt="2026-03-20T14:21:10.596" v="2282"/>
          <ac:spMkLst>
            <pc:docMk/>
            <pc:sldMk cId="4140437822" sldId="278"/>
            <ac:spMk id="3" creationId="{B05A658C-3D29-38EA-B41C-AFFCB14119F0}"/>
          </ac:spMkLst>
        </pc:spChg>
        <pc:spChg chg="add mod">
          <ac:chgData name="Margo Bonal" userId="18c9fa0f-b53d-478b-9dc0-6ad88786c19f" providerId="ADAL" clId="{93D479E5-F67F-4B8A-A78F-A0B574A116B6}" dt="2026-03-20T14:25:38.488" v="2334" actId="20577"/>
          <ac:spMkLst>
            <pc:docMk/>
            <pc:sldMk cId="4140437822" sldId="278"/>
            <ac:spMk id="6" creationId="{D37BBAF2-F2FA-171D-56E9-E792A7543C6E}"/>
          </ac:spMkLst>
        </pc:spChg>
        <pc:picChg chg="add del mod">
          <ac:chgData name="Margo Bonal" userId="18c9fa0f-b53d-478b-9dc0-6ad88786c19f" providerId="ADAL" clId="{93D479E5-F67F-4B8A-A78F-A0B574A116B6}" dt="2026-03-20T14:23:47.607" v="2287" actId="478"/>
          <ac:picMkLst>
            <pc:docMk/>
            <pc:sldMk cId="4140437822" sldId="278"/>
            <ac:picMk id="4" creationId="{E6FB3982-09BB-AFB2-3A67-4E8948FE3DA9}"/>
          </ac:picMkLst>
        </pc:picChg>
      </pc:sldChg>
      <pc:sldChg chg="modSp new mod">
        <pc:chgData name="Margo Bonal" userId="18c9fa0f-b53d-478b-9dc0-6ad88786c19f" providerId="ADAL" clId="{93D479E5-F67F-4B8A-A78F-A0B574A116B6}" dt="2026-03-20T14:48:30.516" v="2533" actId="20577"/>
        <pc:sldMkLst>
          <pc:docMk/>
          <pc:sldMk cId="4055984046" sldId="279"/>
        </pc:sldMkLst>
        <pc:spChg chg="mod">
          <ac:chgData name="Margo Bonal" userId="18c9fa0f-b53d-478b-9dc0-6ad88786c19f" providerId="ADAL" clId="{93D479E5-F67F-4B8A-A78F-A0B574A116B6}" dt="2026-03-20T14:48:30.516" v="2533" actId="20577"/>
          <ac:spMkLst>
            <pc:docMk/>
            <pc:sldMk cId="4055984046" sldId="279"/>
            <ac:spMk id="2" creationId="{01F7382A-327F-C72A-2384-BE2609C74FE7}"/>
          </ac:spMkLst>
        </pc:spChg>
      </pc:sldChg>
      <pc:sldChg chg="modSp new mod">
        <pc:chgData name="Margo Bonal" userId="18c9fa0f-b53d-478b-9dc0-6ad88786c19f" providerId="ADAL" clId="{93D479E5-F67F-4B8A-A78F-A0B574A116B6}" dt="2026-03-20T14:48:22.777" v="2516" actId="20577"/>
        <pc:sldMkLst>
          <pc:docMk/>
          <pc:sldMk cId="1241832078" sldId="280"/>
        </pc:sldMkLst>
        <pc:spChg chg="mod">
          <ac:chgData name="Margo Bonal" userId="18c9fa0f-b53d-478b-9dc0-6ad88786c19f" providerId="ADAL" clId="{93D479E5-F67F-4B8A-A78F-A0B574A116B6}" dt="2026-03-20T14:48:22.777" v="2516" actId="20577"/>
          <ac:spMkLst>
            <pc:docMk/>
            <pc:sldMk cId="1241832078" sldId="280"/>
            <ac:spMk id="2" creationId="{0323EFBA-DE92-D377-1D39-284CAE8AD33D}"/>
          </ac:spMkLst>
        </pc:spChg>
      </pc:sldChg>
      <pc:sldChg chg="addSp delSp modSp add mod ord">
        <pc:chgData name="Margo Bonal" userId="18c9fa0f-b53d-478b-9dc0-6ad88786c19f" providerId="ADAL" clId="{93D479E5-F67F-4B8A-A78F-A0B574A116B6}" dt="2026-03-20T14:47:52.239" v="2496" actId="1076"/>
        <pc:sldMkLst>
          <pc:docMk/>
          <pc:sldMk cId="1364178525" sldId="281"/>
        </pc:sldMkLst>
        <pc:spChg chg="mod">
          <ac:chgData name="Margo Bonal" userId="18c9fa0f-b53d-478b-9dc0-6ad88786c19f" providerId="ADAL" clId="{93D479E5-F67F-4B8A-A78F-A0B574A116B6}" dt="2026-03-20T14:27:35.644" v="2352" actId="1076"/>
          <ac:spMkLst>
            <pc:docMk/>
            <pc:sldMk cId="1364178525" sldId="281"/>
            <ac:spMk id="2" creationId="{1BD4C61D-1E86-2376-656A-827728C4A2C2}"/>
          </ac:spMkLst>
        </pc:spChg>
        <pc:spChg chg="add del mod">
          <ac:chgData name="Margo Bonal" userId="18c9fa0f-b53d-478b-9dc0-6ad88786c19f" providerId="ADAL" clId="{93D479E5-F67F-4B8A-A78F-A0B574A116B6}" dt="2026-03-20T14:26:35.564" v="2344" actId="478"/>
          <ac:spMkLst>
            <pc:docMk/>
            <pc:sldMk cId="1364178525" sldId="281"/>
            <ac:spMk id="4" creationId="{39E52CD9-9335-F6DE-F281-809E6DAAC81D}"/>
          </ac:spMkLst>
        </pc:spChg>
        <pc:spChg chg="add mod">
          <ac:chgData name="Margo Bonal" userId="18c9fa0f-b53d-478b-9dc0-6ad88786c19f" providerId="ADAL" clId="{93D479E5-F67F-4B8A-A78F-A0B574A116B6}" dt="2026-03-20T14:47:52.239" v="2496" actId="1076"/>
          <ac:spMkLst>
            <pc:docMk/>
            <pc:sldMk cId="1364178525" sldId="281"/>
            <ac:spMk id="5" creationId="{105BD97F-88FC-7D2D-6D0A-263599A3073E}"/>
          </ac:spMkLst>
        </pc:spChg>
        <pc:graphicFrameChg chg="del mod">
          <ac:chgData name="Margo Bonal" userId="18c9fa0f-b53d-478b-9dc0-6ad88786c19f" providerId="ADAL" clId="{93D479E5-F67F-4B8A-A78F-A0B574A116B6}" dt="2026-03-20T14:26:30.967" v="2343" actId="478"/>
          <ac:graphicFrameMkLst>
            <pc:docMk/>
            <pc:sldMk cId="1364178525" sldId="281"/>
            <ac:graphicFrameMk id="16" creationId="{721ED6B8-F445-CDEE-A654-4F755F8ABA75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34CE768-2E19-406C-82FF-EB74201F352F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32CBA58-5400-4765-A7C0-5084E5EEA9C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Explore whether AI can design secure solutions under computational time constraints. </a:t>
          </a:r>
        </a:p>
      </dgm:t>
    </dgm:pt>
    <dgm:pt modelId="{484E7DD0-9CD0-4F31-A08A-2A1226ED2338}" type="parTrans" cxnId="{7D523D34-5E82-4D76-A0A1-E69FD7FE6C41}">
      <dgm:prSet/>
      <dgm:spPr/>
      <dgm:t>
        <a:bodyPr/>
        <a:lstStyle/>
        <a:p>
          <a:endParaRPr lang="en-US"/>
        </a:p>
      </dgm:t>
    </dgm:pt>
    <dgm:pt modelId="{B0A3B6DC-656E-4F4B-AE44-848C36E41866}" type="sibTrans" cxnId="{7D523D34-5E82-4D76-A0A1-E69FD7FE6C41}">
      <dgm:prSet/>
      <dgm:spPr/>
      <dgm:t>
        <a:bodyPr/>
        <a:lstStyle/>
        <a:p>
          <a:endParaRPr lang="en-US"/>
        </a:p>
      </dgm:t>
    </dgm:pt>
    <dgm:pt modelId="{175E74B9-6B52-41FA-9939-DCE27A7DA7A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Examines if AI can optimize security versus efficiency, such as producing hashing algorithms with strong Big O performance.</a:t>
          </a:r>
        </a:p>
      </dgm:t>
    </dgm:pt>
    <dgm:pt modelId="{51E74368-F942-4E05-9353-D4630561C368}" type="parTrans" cxnId="{F59A8222-3F00-407A-BA55-537D281A00D5}">
      <dgm:prSet/>
      <dgm:spPr/>
      <dgm:t>
        <a:bodyPr/>
        <a:lstStyle/>
        <a:p>
          <a:endParaRPr lang="en-US"/>
        </a:p>
      </dgm:t>
    </dgm:pt>
    <dgm:pt modelId="{A96A44AC-40FA-4CE8-82C8-BD429F011887}" type="sibTrans" cxnId="{F59A8222-3F00-407A-BA55-537D281A00D5}">
      <dgm:prSet/>
      <dgm:spPr/>
      <dgm:t>
        <a:bodyPr/>
        <a:lstStyle/>
        <a:p>
          <a:endParaRPr lang="en-US"/>
        </a:p>
      </dgm:t>
    </dgm:pt>
    <dgm:pt modelId="{3A6BCEC0-D802-4F24-A654-4C4B1C7CAFE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Since encryption must balance time, memory, and computing power, our project evaluates whether AI can match the decision-making and optimization skills of a human software engineer.</a:t>
          </a:r>
        </a:p>
      </dgm:t>
    </dgm:pt>
    <dgm:pt modelId="{32B89C27-D5A0-4846-8E88-EF956EA151A6}" type="parTrans" cxnId="{B5155373-5D5D-4DD7-AE80-A8CB76FACE9C}">
      <dgm:prSet/>
      <dgm:spPr/>
      <dgm:t>
        <a:bodyPr/>
        <a:lstStyle/>
        <a:p>
          <a:endParaRPr lang="en-US"/>
        </a:p>
      </dgm:t>
    </dgm:pt>
    <dgm:pt modelId="{E91AE6E7-03D4-43DD-9D98-D1D53E115727}" type="sibTrans" cxnId="{B5155373-5D5D-4DD7-AE80-A8CB76FACE9C}">
      <dgm:prSet/>
      <dgm:spPr/>
      <dgm:t>
        <a:bodyPr/>
        <a:lstStyle/>
        <a:p>
          <a:endParaRPr lang="en-US"/>
        </a:p>
      </dgm:t>
    </dgm:pt>
    <dgm:pt modelId="{5D40738A-81AA-4D77-86F1-81BDEA6C320D}" type="pres">
      <dgm:prSet presAssocID="{F34CE768-2E19-406C-82FF-EB74201F352F}" presName="root" presStyleCnt="0">
        <dgm:presLayoutVars>
          <dgm:dir/>
          <dgm:resizeHandles val="exact"/>
        </dgm:presLayoutVars>
      </dgm:prSet>
      <dgm:spPr/>
    </dgm:pt>
    <dgm:pt modelId="{06FFF9B6-2560-484F-90F1-F3A878565893}" type="pres">
      <dgm:prSet presAssocID="{932CBA58-5400-4765-A7C0-5084E5EEA9CD}" presName="compNode" presStyleCnt="0"/>
      <dgm:spPr/>
    </dgm:pt>
    <dgm:pt modelId="{AB23A7F0-F07D-4CDA-BADA-CE0BCDAA3A3B}" type="pres">
      <dgm:prSet presAssocID="{932CBA58-5400-4765-A7C0-5084E5EEA9CD}" presName="bgRect" presStyleLbl="bgShp" presStyleIdx="0" presStyleCnt="3"/>
      <dgm:spPr/>
    </dgm:pt>
    <dgm:pt modelId="{67A67251-962C-450D-918E-EBA9CFA94186}" type="pres">
      <dgm:prSet presAssocID="{932CBA58-5400-4765-A7C0-5084E5EEA9C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ze"/>
        </a:ext>
      </dgm:extLst>
    </dgm:pt>
    <dgm:pt modelId="{E665AC1F-6858-44FB-AB1D-66337F50922A}" type="pres">
      <dgm:prSet presAssocID="{932CBA58-5400-4765-A7C0-5084E5EEA9CD}" presName="spaceRect" presStyleCnt="0"/>
      <dgm:spPr/>
    </dgm:pt>
    <dgm:pt modelId="{2D4BC0BB-F96C-48F7-BA63-5EA31DA644C6}" type="pres">
      <dgm:prSet presAssocID="{932CBA58-5400-4765-A7C0-5084E5EEA9CD}" presName="parTx" presStyleLbl="revTx" presStyleIdx="0" presStyleCnt="3">
        <dgm:presLayoutVars>
          <dgm:chMax val="0"/>
          <dgm:chPref val="0"/>
        </dgm:presLayoutVars>
      </dgm:prSet>
      <dgm:spPr/>
    </dgm:pt>
    <dgm:pt modelId="{F054DF12-E502-4F2F-9071-D85B2A159EF1}" type="pres">
      <dgm:prSet presAssocID="{B0A3B6DC-656E-4F4B-AE44-848C36E41866}" presName="sibTrans" presStyleCnt="0"/>
      <dgm:spPr/>
    </dgm:pt>
    <dgm:pt modelId="{6177A226-8B2C-4542-8E6F-A409F92D847B}" type="pres">
      <dgm:prSet presAssocID="{175E74B9-6B52-41FA-9939-DCE27A7DA7A7}" presName="compNode" presStyleCnt="0"/>
      <dgm:spPr/>
    </dgm:pt>
    <dgm:pt modelId="{3B7B46AD-8226-44CC-A5CC-F12F018E260E}" type="pres">
      <dgm:prSet presAssocID="{175E74B9-6B52-41FA-9939-DCE27A7DA7A7}" presName="bgRect" presStyleLbl="bgShp" presStyleIdx="1" presStyleCnt="3"/>
      <dgm:spPr/>
    </dgm:pt>
    <dgm:pt modelId="{865CB1BE-995F-491F-9738-B10AC7EA5B0A}" type="pres">
      <dgm:prSet presAssocID="{175E74B9-6B52-41FA-9939-DCE27A7DA7A7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4013DDF8-F6A7-4C1E-8F6B-0814CD355B2B}" type="pres">
      <dgm:prSet presAssocID="{175E74B9-6B52-41FA-9939-DCE27A7DA7A7}" presName="spaceRect" presStyleCnt="0"/>
      <dgm:spPr/>
    </dgm:pt>
    <dgm:pt modelId="{B92672C4-ACB6-448C-AEEF-7EEE83D073AB}" type="pres">
      <dgm:prSet presAssocID="{175E74B9-6B52-41FA-9939-DCE27A7DA7A7}" presName="parTx" presStyleLbl="revTx" presStyleIdx="1" presStyleCnt="3">
        <dgm:presLayoutVars>
          <dgm:chMax val="0"/>
          <dgm:chPref val="0"/>
        </dgm:presLayoutVars>
      </dgm:prSet>
      <dgm:spPr/>
    </dgm:pt>
    <dgm:pt modelId="{8B9D459F-C3C5-4527-A599-E2415D7094E8}" type="pres">
      <dgm:prSet presAssocID="{A96A44AC-40FA-4CE8-82C8-BD429F011887}" presName="sibTrans" presStyleCnt="0"/>
      <dgm:spPr/>
    </dgm:pt>
    <dgm:pt modelId="{BA4DE2AD-E1C4-486F-953E-80798445716C}" type="pres">
      <dgm:prSet presAssocID="{3A6BCEC0-D802-4F24-A654-4C4B1C7CAFE0}" presName="compNode" presStyleCnt="0"/>
      <dgm:spPr/>
    </dgm:pt>
    <dgm:pt modelId="{91251D2D-7B6D-4FE7-ABB3-7C5A16E606BF}" type="pres">
      <dgm:prSet presAssocID="{3A6BCEC0-D802-4F24-A654-4C4B1C7CAFE0}" presName="bgRect" presStyleLbl="bgShp" presStyleIdx="2" presStyleCnt="3"/>
      <dgm:spPr/>
    </dgm:pt>
    <dgm:pt modelId="{23596692-8632-4948-89F1-01CC04BFC143}" type="pres">
      <dgm:prSet presAssocID="{3A6BCEC0-D802-4F24-A654-4C4B1C7CAFE0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loud Computing"/>
        </a:ext>
      </dgm:extLst>
    </dgm:pt>
    <dgm:pt modelId="{30569250-75EC-47D6-A4D7-59BEECDD5824}" type="pres">
      <dgm:prSet presAssocID="{3A6BCEC0-D802-4F24-A654-4C4B1C7CAFE0}" presName="spaceRect" presStyleCnt="0"/>
      <dgm:spPr/>
    </dgm:pt>
    <dgm:pt modelId="{C34512E0-4B0B-45F5-8208-4D624D7BEC06}" type="pres">
      <dgm:prSet presAssocID="{3A6BCEC0-D802-4F24-A654-4C4B1C7CAFE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4B8B5A1E-DC5C-45F5-81D6-2D55F69DFB85}" type="presOf" srcId="{F34CE768-2E19-406C-82FF-EB74201F352F}" destId="{5D40738A-81AA-4D77-86F1-81BDEA6C320D}" srcOrd="0" destOrd="0" presId="urn:microsoft.com/office/officeart/2018/2/layout/IconVerticalSolidList"/>
    <dgm:cxn modelId="{F59A8222-3F00-407A-BA55-537D281A00D5}" srcId="{F34CE768-2E19-406C-82FF-EB74201F352F}" destId="{175E74B9-6B52-41FA-9939-DCE27A7DA7A7}" srcOrd="1" destOrd="0" parTransId="{51E74368-F942-4E05-9353-D4630561C368}" sibTransId="{A96A44AC-40FA-4CE8-82C8-BD429F011887}"/>
    <dgm:cxn modelId="{7D523D34-5E82-4D76-A0A1-E69FD7FE6C41}" srcId="{F34CE768-2E19-406C-82FF-EB74201F352F}" destId="{932CBA58-5400-4765-A7C0-5084E5EEA9CD}" srcOrd="0" destOrd="0" parTransId="{484E7DD0-9CD0-4F31-A08A-2A1226ED2338}" sibTransId="{B0A3B6DC-656E-4F4B-AE44-848C36E41866}"/>
    <dgm:cxn modelId="{4FED0F50-5B2B-442F-A6A7-9684F92BA54F}" type="presOf" srcId="{932CBA58-5400-4765-A7C0-5084E5EEA9CD}" destId="{2D4BC0BB-F96C-48F7-BA63-5EA31DA644C6}" srcOrd="0" destOrd="0" presId="urn:microsoft.com/office/officeart/2018/2/layout/IconVerticalSolidList"/>
    <dgm:cxn modelId="{B5155373-5D5D-4DD7-AE80-A8CB76FACE9C}" srcId="{F34CE768-2E19-406C-82FF-EB74201F352F}" destId="{3A6BCEC0-D802-4F24-A654-4C4B1C7CAFE0}" srcOrd="2" destOrd="0" parTransId="{32B89C27-D5A0-4846-8E88-EF956EA151A6}" sibTransId="{E91AE6E7-03D4-43DD-9D98-D1D53E115727}"/>
    <dgm:cxn modelId="{8AB772D0-A226-44CB-8B4C-ECA0275A0E4D}" type="presOf" srcId="{175E74B9-6B52-41FA-9939-DCE27A7DA7A7}" destId="{B92672C4-ACB6-448C-AEEF-7EEE83D073AB}" srcOrd="0" destOrd="0" presId="urn:microsoft.com/office/officeart/2018/2/layout/IconVerticalSolidList"/>
    <dgm:cxn modelId="{B154D2D8-7074-4D88-BB46-D0028A70389E}" type="presOf" srcId="{3A6BCEC0-D802-4F24-A654-4C4B1C7CAFE0}" destId="{C34512E0-4B0B-45F5-8208-4D624D7BEC06}" srcOrd="0" destOrd="0" presId="urn:microsoft.com/office/officeart/2018/2/layout/IconVerticalSolidList"/>
    <dgm:cxn modelId="{FE9610BF-65C7-4D52-A5AA-48D104B0D587}" type="presParOf" srcId="{5D40738A-81AA-4D77-86F1-81BDEA6C320D}" destId="{06FFF9B6-2560-484F-90F1-F3A878565893}" srcOrd="0" destOrd="0" presId="urn:microsoft.com/office/officeart/2018/2/layout/IconVerticalSolidList"/>
    <dgm:cxn modelId="{AB551819-9B6D-496D-8C57-80324510CDF2}" type="presParOf" srcId="{06FFF9B6-2560-484F-90F1-F3A878565893}" destId="{AB23A7F0-F07D-4CDA-BADA-CE0BCDAA3A3B}" srcOrd="0" destOrd="0" presId="urn:microsoft.com/office/officeart/2018/2/layout/IconVerticalSolidList"/>
    <dgm:cxn modelId="{2D47E584-F367-4D57-A140-F4C6D9B093A9}" type="presParOf" srcId="{06FFF9B6-2560-484F-90F1-F3A878565893}" destId="{67A67251-962C-450D-918E-EBA9CFA94186}" srcOrd="1" destOrd="0" presId="urn:microsoft.com/office/officeart/2018/2/layout/IconVerticalSolidList"/>
    <dgm:cxn modelId="{F9975A48-5BAD-47B7-BA73-4BBFCD35B66F}" type="presParOf" srcId="{06FFF9B6-2560-484F-90F1-F3A878565893}" destId="{E665AC1F-6858-44FB-AB1D-66337F50922A}" srcOrd="2" destOrd="0" presId="urn:microsoft.com/office/officeart/2018/2/layout/IconVerticalSolidList"/>
    <dgm:cxn modelId="{DA050A95-8369-4843-8FCD-FC2E73E43CE2}" type="presParOf" srcId="{06FFF9B6-2560-484F-90F1-F3A878565893}" destId="{2D4BC0BB-F96C-48F7-BA63-5EA31DA644C6}" srcOrd="3" destOrd="0" presId="urn:microsoft.com/office/officeart/2018/2/layout/IconVerticalSolidList"/>
    <dgm:cxn modelId="{CD374F96-2695-49A5-B92E-E0C308E7A92F}" type="presParOf" srcId="{5D40738A-81AA-4D77-86F1-81BDEA6C320D}" destId="{F054DF12-E502-4F2F-9071-D85B2A159EF1}" srcOrd="1" destOrd="0" presId="urn:microsoft.com/office/officeart/2018/2/layout/IconVerticalSolidList"/>
    <dgm:cxn modelId="{E5E305FE-2625-452C-A2FE-CB590039FA49}" type="presParOf" srcId="{5D40738A-81AA-4D77-86F1-81BDEA6C320D}" destId="{6177A226-8B2C-4542-8E6F-A409F92D847B}" srcOrd="2" destOrd="0" presId="urn:microsoft.com/office/officeart/2018/2/layout/IconVerticalSolidList"/>
    <dgm:cxn modelId="{534AEE55-08D9-4A82-BDEB-A556F39E224E}" type="presParOf" srcId="{6177A226-8B2C-4542-8E6F-A409F92D847B}" destId="{3B7B46AD-8226-44CC-A5CC-F12F018E260E}" srcOrd="0" destOrd="0" presId="urn:microsoft.com/office/officeart/2018/2/layout/IconVerticalSolidList"/>
    <dgm:cxn modelId="{36A193D9-AEBE-4298-BAF7-87C152660CE7}" type="presParOf" srcId="{6177A226-8B2C-4542-8E6F-A409F92D847B}" destId="{865CB1BE-995F-491F-9738-B10AC7EA5B0A}" srcOrd="1" destOrd="0" presId="urn:microsoft.com/office/officeart/2018/2/layout/IconVerticalSolidList"/>
    <dgm:cxn modelId="{9470F082-3772-456D-A372-0579F022AEE5}" type="presParOf" srcId="{6177A226-8B2C-4542-8E6F-A409F92D847B}" destId="{4013DDF8-F6A7-4C1E-8F6B-0814CD355B2B}" srcOrd="2" destOrd="0" presId="urn:microsoft.com/office/officeart/2018/2/layout/IconVerticalSolidList"/>
    <dgm:cxn modelId="{0C0A14BD-7363-471E-82AC-FA1F3FB866AF}" type="presParOf" srcId="{6177A226-8B2C-4542-8E6F-A409F92D847B}" destId="{B92672C4-ACB6-448C-AEEF-7EEE83D073AB}" srcOrd="3" destOrd="0" presId="urn:microsoft.com/office/officeart/2018/2/layout/IconVerticalSolidList"/>
    <dgm:cxn modelId="{10D52813-DC6E-41A1-A3F7-03B1F4618818}" type="presParOf" srcId="{5D40738A-81AA-4D77-86F1-81BDEA6C320D}" destId="{8B9D459F-C3C5-4527-A599-E2415D7094E8}" srcOrd="3" destOrd="0" presId="urn:microsoft.com/office/officeart/2018/2/layout/IconVerticalSolidList"/>
    <dgm:cxn modelId="{148C25B0-E85D-4539-B077-42FAF2D43124}" type="presParOf" srcId="{5D40738A-81AA-4D77-86F1-81BDEA6C320D}" destId="{BA4DE2AD-E1C4-486F-953E-80798445716C}" srcOrd="4" destOrd="0" presId="urn:microsoft.com/office/officeart/2018/2/layout/IconVerticalSolidList"/>
    <dgm:cxn modelId="{5DA462A2-C94D-4C96-8067-28B5F0405877}" type="presParOf" srcId="{BA4DE2AD-E1C4-486F-953E-80798445716C}" destId="{91251D2D-7B6D-4FE7-ABB3-7C5A16E606BF}" srcOrd="0" destOrd="0" presId="urn:microsoft.com/office/officeart/2018/2/layout/IconVerticalSolidList"/>
    <dgm:cxn modelId="{E5337376-750E-4535-BF09-7BA52CF4557F}" type="presParOf" srcId="{BA4DE2AD-E1C4-486F-953E-80798445716C}" destId="{23596692-8632-4948-89F1-01CC04BFC143}" srcOrd="1" destOrd="0" presId="urn:microsoft.com/office/officeart/2018/2/layout/IconVerticalSolidList"/>
    <dgm:cxn modelId="{1A0408D1-1F5D-460D-AA65-7C89F7E6E8D4}" type="presParOf" srcId="{BA4DE2AD-E1C4-486F-953E-80798445716C}" destId="{30569250-75EC-47D6-A4D7-59BEECDD5824}" srcOrd="2" destOrd="0" presId="urn:microsoft.com/office/officeart/2018/2/layout/IconVerticalSolidList"/>
    <dgm:cxn modelId="{B73E1A23-6B83-41A1-84CE-B1A3E6518C2E}" type="presParOf" srcId="{BA4DE2AD-E1C4-486F-953E-80798445716C}" destId="{C34512E0-4B0B-45F5-8208-4D624D7BEC0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42FF7C5-DDFC-4FCC-8CF6-44A4F8C4D016}" type="doc">
      <dgm:prSet loTypeId="urn:microsoft.com/office/officeart/2005/8/layout/vList2" loCatId="list" qsTypeId="urn:microsoft.com/office/officeart/2005/8/quickstyle/simple4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A506B450-383C-49A7-95DE-CA26ADE06E4A}">
      <dgm:prSet/>
      <dgm:spPr/>
      <dgm:t>
        <a:bodyPr/>
        <a:lstStyle/>
        <a:p>
          <a:r>
            <a:rPr lang="en-US" dirty="0"/>
            <a:t>Algorithm Selection Prompt:</a:t>
          </a:r>
        </a:p>
      </dgm:t>
    </dgm:pt>
    <dgm:pt modelId="{842D64C0-5B6C-493B-A87B-83442C28C50D}" type="parTrans" cxnId="{60AC8B8B-6AB6-4454-AFB9-492A7878F4C2}">
      <dgm:prSet/>
      <dgm:spPr/>
      <dgm:t>
        <a:bodyPr/>
        <a:lstStyle/>
        <a:p>
          <a:endParaRPr lang="en-US"/>
        </a:p>
      </dgm:t>
    </dgm:pt>
    <dgm:pt modelId="{116DF33F-1C84-4DCE-B7D7-30ABF32B6E27}" type="sibTrans" cxnId="{60AC8B8B-6AB6-4454-AFB9-492A7878F4C2}">
      <dgm:prSet/>
      <dgm:spPr/>
      <dgm:t>
        <a:bodyPr/>
        <a:lstStyle/>
        <a:p>
          <a:endParaRPr lang="en-US"/>
        </a:p>
      </dgm:t>
    </dgm:pt>
    <dgm:pt modelId="{1F733022-E8E0-4C8E-896B-5AF40C4C44DC}">
      <dgm:prSet/>
      <dgm:spPr/>
      <dgm:t>
        <a:bodyPr/>
        <a:lstStyle/>
        <a:p>
          <a:r>
            <a:rPr lang="en-US" dirty="0"/>
            <a:t>Data center needs to encrypt their employee’s system passwords. </a:t>
          </a:r>
        </a:p>
      </dgm:t>
    </dgm:pt>
    <dgm:pt modelId="{C7A279C0-3218-4BD0-995A-CCF5BC52CFA0}" type="parTrans" cxnId="{522C2A69-1F50-4440-8D51-3C159F4570B1}">
      <dgm:prSet/>
      <dgm:spPr/>
      <dgm:t>
        <a:bodyPr/>
        <a:lstStyle/>
        <a:p>
          <a:endParaRPr lang="en-US"/>
        </a:p>
      </dgm:t>
    </dgm:pt>
    <dgm:pt modelId="{5E8FEC3F-432A-47F5-923E-CAC143E72DA0}" type="sibTrans" cxnId="{522C2A69-1F50-4440-8D51-3C159F4570B1}">
      <dgm:prSet/>
      <dgm:spPr/>
      <dgm:t>
        <a:bodyPr/>
        <a:lstStyle/>
        <a:p>
          <a:endParaRPr lang="en-US"/>
        </a:p>
      </dgm:t>
    </dgm:pt>
    <dgm:pt modelId="{F92BA774-45C4-4FB9-A4C9-DD4A0E80EC3E}">
      <dgm:prSet/>
      <dgm:spPr/>
      <dgm:t>
        <a:bodyPr/>
        <a:lstStyle/>
        <a:p>
          <a:r>
            <a:rPr lang="en-US" dirty="0"/>
            <a:t>passwords requirements: 8 characters, numbers and special characters. </a:t>
          </a:r>
        </a:p>
      </dgm:t>
    </dgm:pt>
    <dgm:pt modelId="{90287BE2-7DBC-427A-BC4F-9565F37F0428}" type="parTrans" cxnId="{86A9748B-49AE-4565-9BCA-F1C2B7241F37}">
      <dgm:prSet/>
      <dgm:spPr/>
      <dgm:t>
        <a:bodyPr/>
        <a:lstStyle/>
        <a:p>
          <a:endParaRPr lang="en-US"/>
        </a:p>
      </dgm:t>
    </dgm:pt>
    <dgm:pt modelId="{AAD41CA0-1E8A-4C3A-9617-767B25D90187}" type="sibTrans" cxnId="{86A9748B-49AE-4565-9BCA-F1C2B7241F37}">
      <dgm:prSet/>
      <dgm:spPr/>
      <dgm:t>
        <a:bodyPr/>
        <a:lstStyle/>
        <a:p>
          <a:endParaRPr lang="en-US"/>
        </a:p>
      </dgm:t>
    </dgm:pt>
    <dgm:pt modelId="{2CEE9DCB-A6BD-46AD-B15C-0C611469F2C5}">
      <dgm:prSet/>
      <dgm:spPr/>
      <dgm:t>
        <a:bodyPr/>
        <a:lstStyle/>
        <a:p>
          <a:r>
            <a:rPr lang="en-US" dirty="0"/>
            <a:t>encrypt the password account creation and verified on relogging in, no lag </a:t>
          </a:r>
        </a:p>
      </dgm:t>
    </dgm:pt>
    <dgm:pt modelId="{F8445472-BD43-4278-8516-C6B4C9552936}" type="parTrans" cxnId="{46BF8B34-F404-418D-8D6E-116E0135AEBA}">
      <dgm:prSet/>
      <dgm:spPr/>
      <dgm:t>
        <a:bodyPr/>
        <a:lstStyle/>
        <a:p>
          <a:endParaRPr lang="en-US"/>
        </a:p>
      </dgm:t>
    </dgm:pt>
    <dgm:pt modelId="{7B7B2F5F-316C-4E53-932E-9A97DE1FC3C3}" type="sibTrans" cxnId="{46BF8B34-F404-418D-8D6E-116E0135AEBA}">
      <dgm:prSet/>
      <dgm:spPr/>
      <dgm:t>
        <a:bodyPr/>
        <a:lstStyle/>
        <a:p>
          <a:endParaRPr lang="en-US"/>
        </a:p>
      </dgm:t>
    </dgm:pt>
    <dgm:pt modelId="{7411F774-7681-45D1-B19F-DE0AE3AAD156}">
      <dgm:prSet/>
      <dgm:spPr/>
      <dgm:t>
        <a:bodyPr/>
        <a:lstStyle/>
        <a:p>
          <a:r>
            <a:rPr lang="en-US" dirty="0"/>
            <a:t>200 employees all need accounts. </a:t>
          </a:r>
        </a:p>
      </dgm:t>
    </dgm:pt>
    <dgm:pt modelId="{32D09D26-93C7-4308-BAAF-A701266E82FF}" type="parTrans" cxnId="{34EE6D82-7D06-46B0-BE7F-9ED083451D51}">
      <dgm:prSet/>
      <dgm:spPr/>
      <dgm:t>
        <a:bodyPr/>
        <a:lstStyle/>
        <a:p>
          <a:endParaRPr lang="en-US"/>
        </a:p>
      </dgm:t>
    </dgm:pt>
    <dgm:pt modelId="{5C17C577-7945-4CCA-AE1B-6F774F573566}" type="sibTrans" cxnId="{34EE6D82-7D06-46B0-BE7F-9ED083451D51}">
      <dgm:prSet/>
      <dgm:spPr/>
      <dgm:t>
        <a:bodyPr/>
        <a:lstStyle/>
        <a:p>
          <a:endParaRPr lang="en-US"/>
        </a:p>
      </dgm:t>
    </dgm:pt>
    <dgm:pt modelId="{906602F9-CBE5-459C-9F9E-340033715C76}">
      <dgm:prSet/>
      <dgm:spPr/>
      <dgm:t>
        <a:bodyPr/>
        <a:lstStyle/>
        <a:p>
          <a:r>
            <a:rPr lang="en-US" dirty="0"/>
            <a:t>Which encryption approach should be used and why?</a:t>
          </a:r>
        </a:p>
      </dgm:t>
    </dgm:pt>
    <dgm:pt modelId="{3108275D-A3FF-4111-8655-AD6F9B993709}" type="parTrans" cxnId="{069310A3-D27F-47D7-8D31-EBDB0637F025}">
      <dgm:prSet/>
      <dgm:spPr/>
      <dgm:t>
        <a:bodyPr/>
        <a:lstStyle/>
        <a:p>
          <a:endParaRPr lang="en-US"/>
        </a:p>
      </dgm:t>
    </dgm:pt>
    <dgm:pt modelId="{DC7C9212-1571-4260-BA7D-0E2B610E0224}" type="sibTrans" cxnId="{069310A3-D27F-47D7-8D31-EBDB0637F025}">
      <dgm:prSet/>
      <dgm:spPr/>
      <dgm:t>
        <a:bodyPr/>
        <a:lstStyle/>
        <a:p>
          <a:endParaRPr lang="en-US"/>
        </a:p>
      </dgm:t>
    </dgm:pt>
    <dgm:pt modelId="{CFF74401-47AE-4DDB-9170-1000D9872599}">
      <dgm:prSet/>
      <dgm:spPr/>
      <dgm:t>
        <a:bodyPr/>
        <a:lstStyle/>
        <a:p>
          <a:r>
            <a:rPr lang="en-US" dirty="0"/>
            <a:t>Optimization Prompt:</a:t>
          </a:r>
        </a:p>
      </dgm:t>
    </dgm:pt>
    <dgm:pt modelId="{5B1CD276-B0C6-4AEE-BFC1-35F4AD99F093}" type="parTrans" cxnId="{7DD29481-3C19-432F-89F8-5D238BF3A8FF}">
      <dgm:prSet/>
      <dgm:spPr/>
      <dgm:t>
        <a:bodyPr/>
        <a:lstStyle/>
        <a:p>
          <a:endParaRPr lang="en-US"/>
        </a:p>
      </dgm:t>
    </dgm:pt>
    <dgm:pt modelId="{11B2A8AB-BC96-4370-9024-ECF97AE457CC}" type="sibTrans" cxnId="{7DD29481-3C19-432F-89F8-5D238BF3A8FF}">
      <dgm:prSet/>
      <dgm:spPr/>
      <dgm:t>
        <a:bodyPr/>
        <a:lstStyle/>
        <a:p>
          <a:endParaRPr lang="en-US"/>
        </a:p>
      </dgm:t>
    </dgm:pt>
    <dgm:pt modelId="{1212F617-CA53-4C82-ADA4-76C0B1BA278F}">
      <dgm:prSet/>
      <dgm:spPr/>
      <dgm:t>
        <a:bodyPr/>
        <a:lstStyle/>
        <a:p>
          <a:r>
            <a:rPr lang="en-US" dirty="0"/>
            <a:t>A system must encrypt 5GB of data/hr. on limited hardware. </a:t>
          </a:r>
        </a:p>
      </dgm:t>
    </dgm:pt>
    <dgm:pt modelId="{FC86BB2D-E4F9-403D-9AD2-A02BE0A7CF33}" type="parTrans" cxnId="{FD5A6962-96A8-4955-8247-E273B22A9EF5}">
      <dgm:prSet/>
      <dgm:spPr/>
      <dgm:t>
        <a:bodyPr/>
        <a:lstStyle/>
        <a:p>
          <a:endParaRPr lang="en-US"/>
        </a:p>
      </dgm:t>
    </dgm:pt>
    <dgm:pt modelId="{FA27F0CC-F208-4FB3-8E39-D7C03E12B95B}" type="sibTrans" cxnId="{FD5A6962-96A8-4955-8247-E273B22A9EF5}">
      <dgm:prSet/>
      <dgm:spPr/>
      <dgm:t>
        <a:bodyPr/>
        <a:lstStyle/>
        <a:p>
          <a:endParaRPr lang="en-US"/>
        </a:p>
      </dgm:t>
    </dgm:pt>
    <dgm:pt modelId="{A67A24B9-C535-4D21-BADE-46392AA34B7A}">
      <dgm:prSet/>
      <dgm:spPr/>
      <dgm:t>
        <a:bodyPr/>
        <a:lstStyle/>
        <a:p>
          <a:r>
            <a:rPr lang="en-US" dirty="0"/>
            <a:t>High security required, latency must remain under 200ms/ transaction.</a:t>
          </a:r>
        </a:p>
      </dgm:t>
    </dgm:pt>
    <dgm:pt modelId="{773816A5-E35C-4E2A-BBD8-856E61FCFAB4}" type="parTrans" cxnId="{DDD7D95A-6018-4AB8-902C-5C41804E18DC}">
      <dgm:prSet/>
      <dgm:spPr/>
      <dgm:t>
        <a:bodyPr/>
        <a:lstStyle/>
        <a:p>
          <a:endParaRPr lang="en-US"/>
        </a:p>
      </dgm:t>
    </dgm:pt>
    <dgm:pt modelId="{D9555C8B-05DF-491A-894C-78BB76A4373D}" type="sibTrans" cxnId="{DDD7D95A-6018-4AB8-902C-5C41804E18DC}">
      <dgm:prSet/>
      <dgm:spPr/>
      <dgm:t>
        <a:bodyPr/>
        <a:lstStyle/>
        <a:p>
          <a:endParaRPr lang="en-US"/>
        </a:p>
      </dgm:t>
    </dgm:pt>
    <dgm:pt modelId="{E57B0AAE-AD58-4B75-80F0-60E5C664D80B}">
      <dgm:prSet/>
      <dgm:spPr/>
      <dgm:t>
        <a:bodyPr/>
        <a:lstStyle/>
        <a:p>
          <a:r>
            <a:rPr lang="en-US" dirty="0"/>
            <a:t>Which encryption approach should be used and how can it be optimized?</a:t>
          </a:r>
        </a:p>
      </dgm:t>
    </dgm:pt>
    <dgm:pt modelId="{E7FC67F6-EC75-489A-9064-9D30F8EA19ED}" type="parTrans" cxnId="{CDDF6D73-F24D-4025-982E-7D4350A7D125}">
      <dgm:prSet/>
      <dgm:spPr/>
      <dgm:t>
        <a:bodyPr/>
        <a:lstStyle/>
        <a:p>
          <a:endParaRPr lang="en-US"/>
        </a:p>
      </dgm:t>
    </dgm:pt>
    <dgm:pt modelId="{385AC921-76A5-4156-BB31-D37552381F30}" type="sibTrans" cxnId="{CDDF6D73-F24D-4025-982E-7D4350A7D125}">
      <dgm:prSet/>
      <dgm:spPr/>
      <dgm:t>
        <a:bodyPr/>
        <a:lstStyle/>
        <a:p>
          <a:endParaRPr lang="en-US"/>
        </a:p>
      </dgm:t>
    </dgm:pt>
    <dgm:pt modelId="{21FD6607-7A6F-435D-8F4C-56C4E1389314}">
      <dgm:prSet/>
      <dgm:spPr/>
      <dgm:t>
        <a:bodyPr/>
        <a:lstStyle/>
        <a:p>
          <a:r>
            <a:rPr lang="en-US" dirty="0"/>
            <a:t>Complexity Prompt:</a:t>
          </a:r>
        </a:p>
      </dgm:t>
    </dgm:pt>
    <dgm:pt modelId="{D392662E-5D98-4CA2-8F8C-F675CEF2B3DD}" type="parTrans" cxnId="{F297A52D-06BB-498A-B813-A276A569E14A}">
      <dgm:prSet/>
      <dgm:spPr/>
      <dgm:t>
        <a:bodyPr/>
        <a:lstStyle/>
        <a:p>
          <a:endParaRPr lang="en-US"/>
        </a:p>
      </dgm:t>
    </dgm:pt>
    <dgm:pt modelId="{76871E72-DDB7-45B5-B5D8-93D92F55FBBD}" type="sibTrans" cxnId="{F297A52D-06BB-498A-B813-A276A569E14A}">
      <dgm:prSet/>
      <dgm:spPr/>
      <dgm:t>
        <a:bodyPr/>
        <a:lstStyle/>
        <a:p>
          <a:endParaRPr lang="en-US"/>
        </a:p>
      </dgm:t>
    </dgm:pt>
    <dgm:pt modelId="{354A0408-CDBB-474E-9AED-3007A6216A83}">
      <dgm:prSet/>
      <dgm:spPr/>
      <dgm:t>
        <a:bodyPr/>
        <a:lstStyle/>
        <a:p>
          <a:r>
            <a:rPr lang="en-US" dirty="0"/>
            <a:t>Design a small encryption algorithm to encrypt license numbers in constant time then in log time in python.</a:t>
          </a:r>
        </a:p>
      </dgm:t>
    </dgm:pt>
    <dgm:pt modelId="{67E5C953-5EB3-4276-9D04-1829D5AF0E3E}" type="parTrans" cxnId="{CCB3AD29-411D-46CA-A668-C6362F394949}">
      <dgm:prSet/>
      <dgm:spPr/>
      <dgm:t>
        <a:bodyPr/>
        <a:lstStyle/>
        <a:p>
          <a:endParaRPr lang="en-US"/>
        </a:p>
      </dgm:t>
    </dgm:pt>
    <dgm:pt modelId="{DBEF5A03-789C-4977-ABA5-B46878F15E4A}" type="sibTrans" cxnId="{CCB3AD29-411D-46CA-A668-C6362F394949}">
      <dgm:prSet/>
      <dgm:spPr/>
      <dgm:t>
        <a:bodyPr/>
        <a:lstStyle/>
        <a:p>
          <a:endParaRPr lang="en-US"/>
        </a:p>
      </dgm:t>
    </dgm:pt>
    <dgm:pt modelId="{5E2D6849-08A0-4A98-B89C-F74768982A23}">
      <dgm:prSet/>
      <dgm:spPr/>
      <dgm:t>
        <a:bodyPr/>
        <a:lstStyle/>
        <a:p>
          <a:r>
            <a:rPr lang="en-US" dirty="0"/>
            <a:t>Security Analysis Prompt:</a:t>
          </a:r>
        </a:p>
      </dgm:t>
    </dgm:pt>
    <dgm:pt modelId="{FDC004F1-3D7C-4DDF-8C2D-DFCC6B729ACB}" type="parTrans" cxnId="{3BD6318A-3328-4FFF-AAF2-A2880216F475}">
      <dgm:prSet/>
      <dgm:spPr/>
      <dgm:t>
        <a:bodyPr/>
        <a:lstStyle/>
        <a:p>
          <a:endParaRPr lang="en-US"/>
        </a:p>
      </dgm:t>
    </dgm:pt>
    <dgm:pt modelId="{A7CD8258-BA4F-4427-AE02-9D6CD796C05B}" type="sibTrans" cxnId="{3BD6318A-3328-4FFF-AAF2-A2880216F475}">
      <dgm:prSet/>
      <dgm:spPr/>
      <dgm:t>
        <a:bodyPr/>
        <a:lstStyle/>
        <a:p>
          <a:endParaRPr lang="en-US"/>
        </a:p>
      </dgm:t>
    </dgm:pt>
    <dgm:pt modelId="{5E1F445B-7A0E-4335-8A93-4BA59DCD384B}">
      <dgm:prSet/>
      <dgm:spPr/>
      <dgm:t>
        <a:bodyPr/>
        <a:lstStyle/>
        <a:p>
          <a:r>
            <a:rPr lang="en-US" dirty="0"/>
            <a:t>Provide a solution to hash a bank’s transaction history, sacrifice computational time to prove the best security.</a:t>
          </a:r>
        </a:p>
      </dgm:t>
    </dgm:pt>
    <dgm:pt modelId="{9097335D-FE3D-48AF-9FB3-3685B44F427B}" type="parTrans" cxnId="{6F79A546-B057-4400-9932-6A3AB17BF8BB}">
      <dgm:prSet/>
      <dgm:spPr/>
      <dgm:t>
        <a:bodyPr/>
        <a:lstStyle/>
        <a:p>
          <a:endParaRPr lang="en-US"/>
        </a:p>
      </dgm:t>
    </dgm:pt>
    <dgm:pt modelId="{198C1C7D-6331-4519-B362-808AA20BCFA6}" type="sibTrans" cxnId="{6F79A546-B057-4400-9932-6A3AB17BF8BB}">
      <dgm:prSet/>
      <dgm:spPr/>
      <dgm:t>
        <a:bodyPr/>
        <a:lstStyle/>
        <a:p>
          <a:endParaRPr lang="en-US"/>
        </a:p>
      </dgm:t>
    </dgm:pt>
    <dgm:pt modelId="{9BB90B76-3955-43A4-A6F6-9A346CA73AB7}" type="pres">
      <dgm:prSet presAssocID="{842FF7C5-DDFC-4FCC-8CF6-44A4F8C4D016}" presName="linear" presStyleCnt="0">
        <dgm:presLayoutVars>
          <dgm:animLvl val="lvl"/>
          <dgm:resizeHandles val="exact"/>
        </dgm:presLayoutVars>
      </dgm:prSet>
      <dgm:spPr/>
    </dgm:pt>
    <dgm:pt modelId="{556B63D7-35A8-4E3C-A12B-0B8330C5EC23}" type="pres">
      <dgm:prSet presAssocID="{A506B450-383C-49A7-95DE-CA26ADE06E4A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4A11E40-FE82-4E6E-AB06-F82A9D7A872F}" type="pres">
      <dgm:prSet presAssocID="{A506B450-383C-49A7-95DE-CA26ADE06E4A}" presName="childText" presStyleLbl="revTx" presStyleIdx="0" presStyleCnt="4">
        <dgm:presLayoutVars>
          <dgm:bulletEnabled val="1"/>
        </dgm:presLayoutVars>
      </dgm:prSet>
      <dgm:spPr/>
    </dgm:pt>
    <dgm:pt modelId="{593C3B68-A051-4B7A-A7D9-C326F458E9E9}" type="pres">
      <dgm:prSet presAssocID="{CFF74401-47AE-4DDB-9170-1000D987259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FD9A8FEC-8851-4C5F-9AB1-5EF13D931AC4}" type="pres">
      <dgm:prSet presAssocID="{CFF74401-47AE-4DDB-9170-1000D9872599}" presName="childText" presStyleLbl="revTx" presStyleIdx="1" presStyleCnt="4">
        <dgm:presLayoutVars>
          <dgm:bulletEnabled val="1"/>
        </dgm:presLayoutVars>
      </dgm:prSet>
      <dgm:spPr/>
    </dgm:pt>
    <dgm:pt modelId="{0EB5553C-B264-4CE8-9376-34C93F20CDCF}" type="pres">
      <dgm:prSet presAssocID="{21FD6607-7A6F-435D-8F4C-56C4E138931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085293EE-F517-42D9-A193-51117CA0A769}" type="pres">
      <dgm:prSet presAssocID="{21FD6607-7A6F-435D-8F4C-56C4E1389314}" presName="childText" presStyleLbl="revTx" presStyleIdx="2" presStyleCnt="4">
        <dgm:presLayoutVars>
          <dgm:bulletEnabled val="1"/>
        </dgm:presLayoutVars>
      </dgm:prSet>
      <dgm:spPr/>
    </dgm:pt>
    <dgm:pt modelId="{5AF7264F-099F-4429-81AD-3B9D13EAD7CD}" type="pres">
      <dgm:prSet presAssocID="{5E2D6849-08A0-4A98-B89C-F74768982A23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E8B2023B-B9F5-4A00-9832-4B141375B153}" type="pres">
      <dgm:prSet presAssocID="{5E2D6849-08A0-4A98-B89C-F74768982A23}" presName="childText" presStyleLbl="revTx" presStyleIdx="3" presStyleCnt="4">
        <dgm:presLayoutVars>
          <dgm:bulletEnabled val="1"/>
        </dgm:presLayoutVars>
      </dgm:prSet>
      <dgm:spPr/>
    </dgm:pt>
  </dgm:ptLst>
  <dgm:cxnLst>
    <dgm:cxn modelId="{D747211C-A392-4CAE-8EFA-56040E9B5046}" type="presOf" srcId="{906602F9-CBE5-459C-9F9E-340033715C76}" destId="{E4A11E40-FE82-4E6E-AB06-F82A9D7A872F}" srcOrd="0" destOrd="4" presId="urn:microsoft.com/office/officeart/2005/8/layout/vList2"/>
    <dgm:cxn modelId="{B333B01C-D3F8-4AA4-9830-CB3B2646C021}" type="presOf" srcId="{1F733022-E8E0-4C8E-896B-5AF40C4C44DC}" destId="{E4A11E40-FE82-4E6E-AB06-F82A9D7A872F}" srcOrd="0" destOrd="0" presId="urn:microsoft.com/office/officeart/2005/8/layout/vList2"/>
    <dgm:cxn modelId="{CCB3AD29-411D-46CA-A668-C6362F394949}" srcId="{21FD6607-7A6F-435D-8F4C-56C4E1389314}" destId="{354A0408-CDBB-474E-9AED-3007A6216A83}" srcOrd="0" destOrd="0" parTransId="{67E5C953-5EB3-4276-9D04-1829D5AF0E3E}" sibTransId="{DBEF5A03-789C-4977-ABA5-B46878F15E4A}"/>
    <dgm:cxn modelId="{F297A52D-06BB-498A-B813-A276A569E14A}" srcId="{842FF7C5-DDFC-4FCC-8CF6-44A4F8C4D016}" destId="{21FD6607-7A6F-435D-8F4C-56C4E1389314}" srcOrd="2" destOrd="0" parTransId="{D392662E-5D98-4CA2-8F8C-F675CEF2B3DD}" sibTransId="{76871E72-DDB7-45B5-B5D8-93D92F55FBBD}"/>
    <dgm:cxn modelId="{C775F630-F094-434F-86CC-311C1AA199AB}" type="presOf" srcId="{F92BA774-45C4-4FB9-A4C9-DD4A0E80EC3E}" destId="{E4A11E40-FE82-4E6E-AB06-F82A9D7A872F}" srcOrd="0" destOrd="1" presId="urn:microsoft.com/office/officeart/2005/8/layout/vList2"/>
    <dgm:cxn modelId="{46BF8B34-F404-418D-8D6E-116E0135AEBA}" srcId="{A506B450-383C-49A7-95DE-CA26ADE06E4A}" destId="{2CEE9DCB-A6BD-46AD-B15C-0C611469F2C5}" srcOrd="2" destOrd="0" parTransId="{F8445472-BD43-4278-8516-C6B4C9552936}" sibTransId="{7B7B2F5F-316C-4E53-932E-9A97DE1FC3C3}"/>
    <dgm:cxn modelId="{FD5A6962-96A8-4955-8247-E273B22A9EF5}" srcId="{CFF74401-47AE-4DDB-9170-1000D9872599}" destId="{1212F617-CA53-4C82-ADA4-76C0B1BA278F}" srcOrd="0" destOrd="0" parTransId="{FC86BB2D-E4F9-403D-9AD2-A02BE0A7CF33}" sibTransId="{FA27F0CC-F208-4FB3-8E39-D7C03E12B95B}"/>
    <dgm:cxn modelId="{6F79A546-B057-4400-9932-6A3AB17BF8BB}" srcId="{5E2D6849-08A0-4A98-B89C-F74768982A23}" destId="{5E1F445B-7A0E-4335-8A93-4BA59DCD384B}" srcOrd="0" destOrd="0" parTransId="{9097335D-FE3D-48AF-9FB3-3685B44F427B}" sibTransId="{198C1C7D-6331-4519-B362-808AA20BCFA6}"/>
    <dgm:cxn modelId="{0822DD46-58DC-4EB1-B3BD-614CC05288DC}" type="presOf" srcId="{2CEE9DCB-A6BD-46AD-B15C-0C611469F2C5}" destId="{E4A11E40-FE82-4E6E-AB06-F82A9D7A872F}" srcOrd="0" destOrd="2" presId="urn:microsoft.com/office/officeart/2005/8/layout/vList2"/>
    <dgm:cxn modelId="{E3F25668-7811-4BE6-BFF3-6E854E56AB5A}" type="presOf" srcId="{E57B0AAE-AD58-4B75-80F0-60E5C664D80B}" destId="{FD9A8FEC-8851-4C5F-9AB1-5EF13D931AC4}" srcOrd="0" destOrd="2" presId="urn:microsoft.com/office/officeart/2005/8/layout/vList2"/>
    <dgm:cxn modelId="{522C2A69-1F50-4440-8D51-3C159F4570B1}" srcId="{A506B450-383C-49A7-95DE-CA26ADE06E4A}" destId="{1F733022-E8E0-4C8E-896B-5AF40C4C44DC}" srcOrd="0" destOrd="0" parTransId="{C7A279C0-3218-4BD0-995A-CCF5BC52CFA0}" sibTransId="{5E8FEC3F-432A-47F5-923E-CAC143E72DA0}"/>
    <dgm:cxn modelId="{0269684B-4FCC-473E-BFBA-942F503E14E6}" type="presOf" srcId="{1212F617-CA53-4C82-ADA4-76C0B1BA278F}" destId="{FD9A8FEC-8851-4C5F-9AB1-5EF13D931AC4}" srcOrd="0" destOrd="0" presId="urn:microsoft.com/office/officeart/2005/8/layout/vList2"/>
    <dgm:cxn modelId="{CDDF6D73-F24D-4025-982E-7D4350A7D125}" srcId="{CFF74401-47AE-4DDB-9170-1000D9872599}" destId="{E57B0AAE-AD58-4B75-80F0-60E5C664D80B}" srcOrd="2" destOrd="0" parTransId="{E7FC67F6-EC75-489A-9064-9D30F8EA19ED}" sibTransId="{385AC921-76A5-4156-BB31-D37552381F30}"/>
    <dgm:cxn modelId="{088F2A5A-6AFC-40D0-87B7-01BFCB64DAB9}" type="presOf" srcId="{A67A24B9-C535-4D21-BADE-46392AA34B7A}" destId="{FD9A8FEC-8851-4C5F-9AB1-5EF13D931AC4}" srcOrd="0" destOrd="1" presId="urn:microsoft.com/office/officeart/2005/8/layout/vList2"/>
    <dgm:cxn modelId="{DDD7D95A-6018-4AB8-902C-5C41804E18DC}" srcId="{CFF74401-47AE-4DDB-9170-1000D9872599}" destId="{A67A24B9-C535-4D21-BADE-46392AA34B7A}" srcOrd="1" destOrd="0" parTransId="{773816A5-E35C-4E2A-BBD8-856E61FCFAB4}" sibTransId="{D9555C8B-05DF-491A-894C-78BB76A4373D}"/>
    <dgm:cxn modelId="{7DD29481-3C19-432F-89F8-5D238BF3A8FF}" srcId="{842FF7C5-DDFC-4FCC-8CF6-44A4F8C4D016}" destId="{CFF74401-47AE-4DDB-9170-1000D9872599}" srcOrd="1" destOrd="0" parTransId="{5B1CD276-B0C6-4AEE-BFC1-35F4AD99F093}" sibTransId="{11B2A8AB-BC96-4370-9024-ECF97AE457CC}"/>
    <dgm:cxn modelId="{34EE6D82-7D06-46B0-BE7F-9ED083451D51}" srcId="{A506B450-383C-49A7-95DE-CA26ADE06E4A}" destId="{7411F774-7681-45D1-B19F-DE0AE3AAD156}" srcOrd="3" destOrd="0" parTransId="{32D09D26-93C7-4308-BAAF-A701266E82FF}" sibTransId="{5C17C577-7945-4CCA-AE1B-6F774F573566}"/>
    <dgm:cxn modelId="{3BD6318A-3328-4FFF-AAF2-A2880216F475}" srcId="{842FF7C5-DDFC-4FCC-8CF6-44A4F8C4D016}" destId="{5E2D6849-08A0-4A98-B89C-F74768982A23}" srcOrd="3" destOrd="0" parTransId="{FDC004F1-3D7C-4DDF-8C2D-DFCC6B729ACB}" sibTransId="{A7CD8258-BA4F-4427-AE02-9D6CD796C05B}"/>
    <dgm:cxn modelId="{86A9748B-49AE-4565-9BCA-F1C2B7241F37}" srcId="{A506B450-383C-49A7-95DE-CA26ADE06E4A}" destId="{F92BA774-45C4-4FB9-A4C9-DD4A0E80EC3E}" srcOrd="1" destOrd="0" parTransId="{90287BE2-7DBC-427A-BC4F-9565F37F0428}" sibTransId="{AAD41CA0-1E8A-4C3A-9617-767B25D90187}"/>
    <dgm:cxn modelId="{60AC8B8B-6AB6-4454-AFB9-492A7878F4C2}" srcId="{842FF7C5-DDFC-4FCC-8CF6-44A4F8C4D016}" destId="{A506B450-383C-49A7-95DE-CA26ADE06E4A}" srcOrd="0" destOrd="0" parTransId="{842D64C0-5B6C-493B-A87B-83442C28C50D}" sibTransId="{116DF33F-1C84-4DCE-B7D7-30ABF32B6E27}"/>
    <dgm:cxn modelId="{069310A3-D27F-47D7-8D31-EBDB0637F025}" srcId="{A506B450-383C-49A7-95DE-CA26ADE06E4A}" destId="{906602F9-CBE5-459C-9F9E-340033715C76}" srcOrd="4" destOrd="0" parTransId="{3108275D-A3FF-4111-8655-AD6F9B993709}" sibTransId="{DC7C9212-1571-4260-BA7D-0E2B610E0224}"/>
    <dgm:cxn modelId="{1B2918A5-4F9C-4A7F-8EAF-A640C2149EC5}" type="presOf" srcId="{354A0408-CDBB-474E-9AED-3007A6216A83}" destId="{085293EE-F517-42D9-A193-51117CA0A769}" srcOrd="0" destOrd="0" presId="urn:microsoft.com/office/officeart/2005/8/layout/vList2"/>
    <dgm:cxn modelId="{25F25FA5-CCF8-44A3-9326-7FD71146EA10}" type="presOf" srcId="{5E2D6849-08A0-4A98-B89C-F74768982A23}" destId="{5AF7264F-099F-4429-81AD-3B9D13EAD7CD}" srcOrd="0" destOrd="0" presId="urn:microsoft.com/office/officeart/2005/8/layout/vList2"/>
    <dgm:cxn modelId="{EBE6CEA9-78C2-420F-A11D-F44A5AED171B}" type="presOf" srcId="{7411F774-7681-45D1-B19F-DE0AE3AAD156}" destId="{E4A11E40-FE82-4E6E-AB06-F82A9D7A872F}" srcOrd="0" destOrd="3" presId="urn:microsoft.com/office/officeart/2005/8/layout/vList2"/>
    <dgm:cxn modelId="{3A4577BA-F68D-4F24-BB22-12DCE083937E}" type="presOf" srcId="{5E1F445B-7A0E-4335-8A93-4BA59DCD384B}" destId="{E8B2023B-B9F5-4A00-9832-4B141375B153}" srcOrd="0" destOrd="0" presId="urn:microsoft.com/office/officeart/2005/8/layout/vList2"/>
    <dgm:cxn modelId="{8BF1FCBA-8DFA-4BE1-83C4-FC32EDCDB813}" type="presOf" srcId="{A506B450-383C-49A7-95DE-CA26ADE06E4A}" destId="{556B63D7-35A8-4E3C-A12B-0B8330C5EC23}" srcOrd="0" destOrd="0" presId="urn:microsoft.com/office/officeart/2005/8/layout/vList2"/>
    <dgm:cxn modelId="{157FB7CB-6CD3-44F6-AA6A-54D9853FEA31}" type="presOf" srcId="{CFF74401-47AE-4DDB-9170-1000D9872599}" destId="{593C3B68-A051-4B7A-A7D9-C326F458E9E9}" srcOrd="0" destOrd="0" presId="urn:microsoft.com/office/officeart/2005/8/layout/vList2"/>
    <dgm:cxn modelId="{98E6D1CE-2C2E-41EA-98BD-998E0DCCC92B}" type="presOf" srcId="{842FF7C5-DDFC-4FCC-8CF6-44A4F8C4D016}" destId="{9BB90B76-3955-43A4-A6F6-9A346CA73AB7}" srcOrd="0" destOrd="0" presId="urn:microsoft.com/office/officeart/2005/8/layout/vList2"/>
    <dgm:cxn modelId="{280C23D2-7AEE-46A4-8158-DCA94FA582B2}" type="presOf" srcId="{21FD6607-7A6F-435D-8F4C-56C4E1389314}" destId="{0EB5553C-B264-4CE8-9376-34C93F20CDCF}" srcOrd="0" destOrd="0" presId="urn:microsoft.com/office/officeart/2005/8/layout/vList2"/>
    <dgm:cxn modelId="{712E8888-E7B2-4971-BD45-A1CD148B4BC4}" type="presParOf" srcId="{9BB90B76-3955-43A4-A6F6-9A346CA73AB7}" destId="{556B63D7-35A8-4E3C-A12B-0B8330C5EC23}" srcOrd="0" destOrd="0" presId="urn:microsoft.com/office/officeart/2005/8/layout/vList2"/>
    <dgm:cxn modelId="{3D391A04-99F5-4B43-8F74-AB51103CFB8E}" type="presParOf" srcId="{9BB90B76-3955-43A4-A6F6-9A346CA73AB7}" destId="{E4A11E40-FE82-4E6E-AB06-F82A9D7A872F}" srcOrd="1" destOrd="0" presId="urn:microsoft.com/office/officeart/2005/8/layout/vList2"/>
    <dgm:cxn modelId="{1767F04C-5EF5-460F-BEB0-F3F112F0B4BF}" type="presParOf" srcId="{9BB90B76-3955-43A4-A6F6-9A346CA73AB7}" destId="{593C3B68-A051-4B7A-A7D9-C326F458E9E9}" srcOrd="2" destOrd="0" presId="urn:microsoft.com/office/officeart/2005/8/layout/vList2"/>
    <dgm:cxn modelId="{998B35B6-95FF-4D59-B5DC-7A9201164F3F}" type="presParOf" srcId="{9BB90B76-3955-43A4-A6F6-9A346CA73AB7}" destId="{FD9A8FEC-8851-4C5F-9AB1-5EF13D931AC4}" srcOrd="3" destOrd="0" presId="urn:microsoft.com/office/officeart/2005/8/layout/vList2"/>
    <dgm:cxn modelId="{A28C70CA-D8FD-4D33-966D-F4AD7D641963}" type="presParOf" srcId="{9BB90B76-3955-43A4-A6F6-9A346CA73AB7}" destId="{0EB5553C-B264-4CE8-9376-34C93F20CDCF}" srcOrd="4" destOrd="0" presId="urn:microsoft.com/office/officeart/2005/8/layout/vList2"/>
    <dgm:cxn modelId="{997EB14D-E23E-4896-8386-4FBC16D1ADFA}" type="presParOf" srcId="{9BB90B76-3955-43A4-A6F6-9A346CA73AB7}" destId="{085293EE-F517-42D9-A193-51117CA0A769}" srcOrd="5" destOrd="0" presId="urn:microsoft.com/office/officeart/2005/8/layout/vList2"/>
    <dgm:cxn modelId="{C64F415A-A9A1-4187-B4F9-5C97E2819A34}" type="presParOf" srcId="{9BB90B76-3955-43A4-A6F6-9A346CA73AB7}" destId="{5AF7264F-099F-4429-81AD-3B9D13EAD7CD}" srcOrd="6" destOrd="0" presId="urn:microsoft.com/office/officeart/2005/8/layout/vList2"/>
    <dgm:cxn modelId="{A3760F87-A34F-4F0E-9921-DF47FEE900CF}" type="presParOf" srcId="{9BB90B76-3955-43A4-A6F6-9A346CA73AB7}" destId="{E8B2023B-B9F5-4A00-9832-4B141375B153}" srcOrd="7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23A7F0-F07D-4CDA-BADA-CE0BCDAA3A3B}">
      <dsp:nvSpPr>
        <dsp:cNvPr id="0" name=""/>
        <dsp:cNvSpPr/>
      </dsp:nvSpPr>
      <dsp:spPr>
        <a:xfrm>
          <a:off x="0" y="511"/>
          <a:ext cx="10927829" cy="119765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A67251-962C-450D-918E-EBA9CFA94186}">
      <dsp:nvSpPr>
        <dsp:cNvPr id="0" name=""/>
        <dsp:cNvSpPr/>
      </dsp:nvSpPr>
      <dsp:spPr>
        <a:xfrm>
          <a:off x="362289" y="269983"/>
          <a:ext cx="658708" cy="65870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4BC0BB-F96C-48F7-BA63-5EA31DA644C6}">
      <dsp:nvSpPr>
        <dsp:cNvPr id="0" name=""/>
        <dsp:cNvSpPr/>
      </dsp:nvSpPr>
      <dsp:spPr>
        <a:xfrm>
          <a:off x="1383287" y="511"/>
          <a:ext cx="9544541" cy="11976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751" tIns="126751" rIns="126751" bIns="126751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Explore whether AI can design secure solutions under computational time constraints. </a:t>
          </a:r>
        </a:p>
      </dsp:txBody>
      <dsp:txXfrm>
        <a:off x="1383287" y="511"/>
        <a:ext cx="9544541" cy="1197651"/>
      </dsp:txXfrm>
    </dsp:sp>
    <dsp:sp modelId="{3B7B46AD-8226-44CC-A5CC-F12F018E260E}">
      <dsp:nvSpPr>
        <dsp:cNvPr id="0" name=""/>
        <dsp:cNvSpPr/>
      </dsp:nvSpPr>
      <dsp:spPr>
        <a:xfrm>
          <a:off x="0" y="1497576"/>
          <a:ext cx="10927829" cy="119765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5CB1BE-995F-491F-9738-B10AC7EA5B0A}">
      <dsp:nvSpPr>
        <dsp:cNvPr id="0" name=""/>
        <dsp:cNvSpPr/>
      </dsp:nvSpPr>
      <dsp:spPr>
        <a:xfrm>
          <a:off x="362289" y="1767048"/>
          <a:ext cx="658708" cy="65870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2672C4-ACB6-448C-AEEF-7EEE83D073AB}">
      <dsp:nvSpPr>
        <dsp:cNvPr id="0" name=""/>
        <dsp:cNvSpPr/>
      </dsp:nvSpPr>
      <dsp:spPr>
        <a:xfrm>
          <a:off x="1383287" y="1497576"/>
          <a:ext cx="9544541" cy="11976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751" tIns="126751" rIns="126751" bIns="126751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Examines if AI can optimize security versus efficiency, such as producing hashing algorithms with strong Big O performance.</a:t>
          </a:r>
        </a:p>
      </dsp:txBody>
      <dsp:txXfrm>
        <a:off x="1383287" y="1497576"/>
        <a:ext cx="9544541" cy="1197651"/>
      </dsp:txXfrm>
    </dsp:sp>
    <dsp:sp modelId="{91251D2D-7B6D-4FE7-ABB3-7C5A16E606BF}">
      <dsp:nvSpPr>
        <dsp:cNvPr id="0" name=""/>
        <dsp:cNvSpPr/>
      </dsp:nvSpPr>
      <dsp:spPr>
        <a:xfrm>
          <a:off x="0" y="2994641"/>
          <a:ext cx="10927829" cy="1197651"/>
        </a:xfrm>
        <a:prstGeom prst="roundRect">
          <a:avLst>
            <a:gd name="adj" fmla="val 10000"/>
          </a:avLst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596692-8632-4948-89F1-01CC04BFC143}">
      <dsp:nvSpPr>
        <dsp:cNvPr id="0" name=""/>
        <dsp:cNvSpPr/>
      </dsp:nvSpPr>
      <dsp:spPr>
        <a:xfrm>
          <a:off x="362289" y="3264113"/>
          <a:ext cx="658708" cy="65870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4512E0-4B0B-45F5-8208-4D624D7BEC06}">
      <dsp:nvSpPr>
        <dsp:cNvPr id="0" name=""/>
        <dsp:cNvSpPr/>
      </dsp:nvSpPr>
      <dsp:spPr>
        <a:xfrm>
          <a:off x="1383287" y="2994641"/>
          <a:ext cx="9544541" cy="119765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751" tIns="126751" rIns="126751" bIns="126751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Since encryption must balance time, memory, and computing power, our project evaluates whether AI can match the decision-making and optimization skills of a human software engineer.</a:t>
          </a:r>
        </a:p>
      </dsp:txBody>
      <dsp:txXfrm>
        <a:off x="1383287" y="2994641"/>
        <a:ext cx="9544541" cy="119765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6B63D7-35A8-4E3C-A12B-0B8330C5EC23}">
      <dsp:nvSpPr>
        <dsp:cNvPr id="0" name=""/>
        <dsp:cNvSpPr/>
      </dsp:nvSpPr>
      <dsp:spPr>
        <a:xfrm>
          <a:off x="0" y="254917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Algorithm Selection Prompt:</a:t>
          </a:r>
        </a:p>
      </dsp:txBody>
      <dsp:txXfrm>
        <a:off x="26387" y="281304"/>
        <a:ext cx="7506560" cy="487766"/>
      </dsp:txXfrm>
    </dsp:sp>
    <dsp:sp modelId="{E4A11E40-FE82-4E6E-AB06-F82A9D7A872F}">
      <dsp:nvSpPr>
        <dsp:cNvPr id="0" name=""/>
        <dsp:cNvSpPr/>
      </dsp:nvSpPr>
      <dsp:spPr>
        <a:xfrm>
          <a:off x="0" y="795457"/>
          <a:ext cx="7559334" cy="1457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Data center needs to encrypt their employee’s system passwords.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passwords requirements: 8 characters, numbers and special characters.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encrypt the password account creation and verified on relogging in, no lag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200 employees all need accounts.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Which encryption approach should be used and why?</a:t>
          </a:r>
        </a:p>
      </dsp:txBody>
      <dsp:txXfrm>
        <a:off x="0" y="795457"/>
        <a:ext cx="7559334" cy="1457280"/>
      </dsp:txXfrm>
    </dsp:sp>
    <dsp:sp modelId="{593C3B68-A051-4B7A-A7D9-C326F458E9E9}">
      <dsp:nvSpPr>
        <dsp:cNvPr id="0" name=""/>
        <dsp:cNvSpPr/>
      </dsp:nvSpPr>
      <dsp:spPr>
        <a:xfrm>
          <a:off x="0" y="2252737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Optimization Prompt:</a:t>
          </a:r>
        </a:p>
      </dsp:txBody>
      <dsp:txXfrm>
        <a:off x="26387" y="2279124"/>
        <a:ext cx="7506560" cy="487766"/>
      </dsp:txXfrm>
    </dsp:sp>
    <dsp:sp modelId="{FD9A8FEC-8851-4C5F-9AB1-5EF13D931AC4}">
      <dsp:nvSpPr>
        <dsp:cNvPr id="0" name=""/>
        <dsp:cNvSpPr/>
      </dsp:nvSpPr>
      <dsp:spPr>
        <a:xfrm>
          <a:off x="0" y="2793277"/>
          <a:ext cx="7559334" cy="8880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A system must encrypt 5GB of data/hr. on limited hardware.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High security required, latency must remain under 200ms/ transaction.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Which encryption approach should be used and how can it be optimized?</a:t>
          </a:r>
        </a:p>
      </dsp:txBody>
      <dsp:txXfrm>
        <a:off x="0" y="2793277"/>
        <a:ext cx="7559334" cy="888030"/>
      </dsp:txXfrm>
    </dsp:sp>
    <dsp:sp modelId="{0EB5553C-B264-4CE8-9376-34C93F20CDCF}">
      <dsp:nvSpPr>
        <dsp:cNvPr id="0" name=""/>
        <dsp:cNvSpPr/>
      </dsp:nvSpPr>
      <dsp:spPr>
        <a:xfrm>
          <a:off x="0" y="3681308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Complexity Prompt:</a:t>
          </a:r>
        </a:p>
      </dsp:txBody>
      <dsp:txXfrm>
        <a:off x="26387" y="3707695"/>
        <a:ext cx="7506560" cy="487766"/>
      </dsp:txXfrm>
    </dsp:sp>
    <dsp:sp modelId="{085293EE-F517-42D9-A193-51117CA0A769}">
      <dsp:nvSpPr>
        <dsp:cNvPr id="0" name=""/>
        <dsp:cNvSpPr/>
      </dsp:nvSpPr>
      <dsp:spPr>
        <a:xfrm>
          <a:off x="0" y="4221848"/>
          <a:ext cx="7559334" cy="5350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Design a small encryption algorithm to encrypt license numbers in constant time then in log time in python.</a:t>
          </a:r>
        </a:p>
      </dsp:txBody>
      <dsp:txXfrm>
        <a:off x="0" y="4221848"/>
        <a:ext cx="7559334" cy="535095"/>
      </dsp:txXfrm>
    </dsp:sp>
    <dsp:sp modelId="{5AF7264F-099F-4429-81AD-3B9D13EAD7CD}">
      <dsp:nvSpPr>
        <dsp:cNvPr id="0" name=""/>
        <dsp:cNvSpPr/>
      </dsp:nvSpPr>
      <dsp:spPr>
        <a:xfrm>
          <a:off x="0" y="4756942"/>
          <a:ext cx="7559334" cy="540540"/>
        </a:xfrm>
        <a:prstGeom prst="roundRect">
          <a:avLst/>
        </a:prstGeom>
        <a:gradFill rotWithShape="0">
          <a:gsLst>
            <a:gs pos="0">
              <a:schemeClr val="dk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dk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dk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Security Analysis Prompt:</a:t>
          </a:r>
        </a:p>
      </dsp:txBody>
      <dsp:txXfrm>
        <a:off x="26387" y="4783329"/>
        <a:ext cx="7506560" cy="487766"/>
      </dsp:txXfrm>
    </dsp:sp>
    <dsp:sp modelId="{E8B2023B-B9F5-4A00-9832-4B141375B153}">
      <dsp:nvSpPr>
        <dsp:cNvPr id="0" name=""/>
        <dsp:cNvSpPr/>
      </dsp:nvSpPr>
      <dsp:spPr>
        <a:xfrm>
          <a:off x="0" y="5297483"/>
          <a:ext cx="7559334" cy="53509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0009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1700" kern="1200" dirty="0"/>
            <a:t>Provide a solution to hash a bank’s transaction history, sacrifice computational time to prove the best security.</a:t>
          </a:r>
        </a:p>
      </dsp:txBody>
      <dsp:txXfrm>
        <a:off x="0" y="5297483"/>
        <a:ext cx="7559334" cy="535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D597D-8B24-4838-871A-61B024263B13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7F944C-0785-434E-A45B-7E599E6F96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43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6C47A-ABB1-A378-D073-51C206F311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22DD953-FBD1-196A-A134-4D1574089C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F3A3CC-6641-01D2-684C-A446DDBA3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363E9F-E6CE-2745-2B63-B560E592E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98959-D4CD-FCF9-40BB-F003B0319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9758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4E2C3-3E86-ABDA-375D-465BC8731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FA04C-9E0A-3DA7-5581-023BAC043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D7993E-1D95-1C66-52A8-456E2AA19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D1244-3FE1-1FB2-4F20-C994DED43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2989EB-6723-0208-2336-D16A8BBDD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14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F12C6-4D58-9A70-6F02-CC59C2B32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65DBAE-D857-6C7D-403B-B1A8F0330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19568-CD80-399D-4CAD-20728DA1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A5F696-4C8E-6B70-4600-2ED3E66AA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A1557-BF39-E569-CE78-CBE2F1AFE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9466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240BB-5FBA-5206-E2F8-0A256E90D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53874-913D-D32F-60BC-F95638154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6F7CB1-CB6B-4C44-DF94-D21CFD3932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D02086-0A79-593B-3691-8F19CA680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6012E-A992-04F8-FA0A-A75DC6BE7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0C6ECF-520F-FBA3-C3E5-44B6E4D8D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9320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26D357-CF96-8136-89B3-620E6C7B6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633B8-B7A3-8611-A464-36167DBB5A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28BFA2-CC89-9360-AC9D-E9FCC7486A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EF7447-6CF6-6B72-28F5-43CE366566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FE6B71-C50C-A937-595F-8A5552A1B9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F5ACB8-2015-4EFA-88D8-6A9465614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2BC09E-F235-094E-BE8D-C96ED2753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F7E733-0638-F4B3-50DC-5C3149A32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0880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83BDF-2990-85BF-1691-B74AA1E8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3ED331-1C26-C3D9-B53D-CD7504C1E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1DE445-5971-F07A-2276-C05FAB7BB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1EC96-96F0-68C0-9599-F8CB48C90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6764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A32848-6182-16BD-819E-9519066DC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2ED5D8-F999-C7DF-83C0-3E4D02BC7F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0F99E-345C-CD2B-B60A-980D0DF79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5473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FA3D-165F-2868-E1AC-7EE78BC79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6DA95-16CA-B91D-1F80-4AB768D89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81ED8D-C4AF-F864-F70E-9874D1311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90335E-BF28-2CAD-64EE-34F65F05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A96D2-5C0C-875E-85AC-E92D6CCBC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AFD5F7-7985-41D2-D0B7-5305D8FF1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97168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65852-4C47-5CDE-BF32-F6858D73E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107535-ADBF-AED3-9CD4-D02AB415DD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FA807-00DE-DB42-FC67-3BDB487A9C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FA42D2-85A6-BA01-05B2-B7C0393C5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ABB7F5-6367-EF26-72EC-BC2436AE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3835C-F1A0-E8A7-1F2A-274A0D74D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9821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0DA648-CF44-FC15-097A-37FEEC076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99A9DA-3D49-6C20-5476-F00927BACF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78AECB-CB26-613F-6D95-D10ABE9D7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28BC7-84C5-9762-7036-E28AA9846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11214-7083-C512-4E5B-4F002A098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393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EBD4DB-830D-97F2-1A7C-7CCAD33299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2F0892-3706-4775-7BCD-FABAA7AA7D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0BBDB-64D2-9C52-A826-EE7DFB48D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DBD16-5BFB-4D9F-9646-C75D1B53BBB6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51C5B-B868-CEDC-7232-8358B68C1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0D4E5-F174-4D1C-283B-529430933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22274-0FAA-4649-AA4E-4210F4F3216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41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B44F91-5D98-0B2E-9A29-7D8A13F6F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024D61-D414-BB2A-E972-A5FC4F35E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FA431-3118-A447-CAB1-0DA1550508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ADBD16-5BFB-4D9F-9646-C75D1B53BBB6}" type="datetimeFigureOut">
              <a:rPr lang="en-US" smtClean="0"/>
              <a:pPr/>
              <a:t>3/21/2026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5A991-A60B-A737-8972-4F59E4252F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8CBC51-6FEB-58BF-C592-6626A4EB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722274-0FAA-4649-AA4E-4210F4F32167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640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6" r:id="rId1"/>
    <p:sldLayoutId id="2147483817" r:id="rId2"/>
    <p:sldLayoutId id="2147483818" r:id="rId3"/>
    <p:sldLayoutId id="2147483819" r:id="rId4"/>
    <p:sldLayoutId id="2147483820" r:id="rId5"/>
    <p:sldLayoutId id="2147483821" r:id="rId6"/>
    <p:sldLayoutId id="2147483822" r:id="rId7"/>
    <p:sldLayoutId id="2147483823" r:id="rId8"/>
    <p:sldLayoutId id="2147483824" r:id="rId9"/>
    <p:sldLayoutId id="2147483825" r:id="rId10"/>
    <p:sldLayoutId id="214748382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01A0EF-972C-D338-6333-39800DF6F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26693" y="1030406"/>
            <a:ext cx="8147713" cy="3081242"/>
          </a:xfrm>
        </p:spPr>
        <p:txBody>
          <a:bodyPr anchor="ctr">
            <a:normAutofit/>
          </a:bodyPr>
          <a:lstStyle/>
          <a:p>
            <a:r>
              <a:rPr lang="en-US" sz="4100" dirty="0">
                <a:solidFill>
                  <a:srgbClr val="FFFFFF"/>
                </a:solidFill>
              </a:rPr>
              <a:t>Security Vs Speed:</a:t>
            </a:r>
            <a:br>
              <a:rPr lang="en-US" sz="4100" dirty="0">
                <a:solidFill>
                  <a:srgbClr val="FFFFFF"/>
                </a:solidFill>
              </a:rPr>
            </a:br>
            <a:r>
              <a:rPr lang="en-US" sz="4100" i="1" dirty="0">
                <a:solidFill>
                  <a:srgbClr val="FFFFFF"/>
                </a:solidFill>
              </a:rPr>
              <a:t>Evaluating AI in Time-Constrained Encryption</a:t>
            </a:r>
            <a:br>
              <a:rPr lang="en-US" sz="4100" dirty="0">
                <a:solidFill>
                  <a:srgbClr val="FFFFFF"/>
                </a:solidFill>
              </a:rPr>
            </a:br>
            <a:br>
              <a:rPr lang="en-US" sz="4100" dirty="0">
                <a:solidFill>
                  <a:srgbClr val="FFFFFF"/>
                </a:solidFill>
              </a:rPr>
            </a:br>
            <a:endParaRPr lang="en-US" sz="41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1390D8-00E3-4E00-622B-469D67983D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9943" y="5171093"/>
            <a:ext cx="9078628" cy="860620"/>
          </a:xfrm>
        </p:spPr>
        <p:txBody>
          <a:bodyPr anchor="ctr">
            <a:normAutofit/>
          </a:bodyPr>
          <a:lstStyle/>
          <a:p>
            <a:r>
              <a:rPr lang="en-US" sz="2200" dirty="0">
                <a:solidFill>
                  <a:srgbClr val="FFFFFF"/>
                </a:solidFill>
              </a:rPr>
              <a:t>CMSC-4200-AI Project </a:t>
            </a:r>
          </a:p>
          <a:p>
            <a:r>
              <a:rPr lang="en-US" sz="2200" dirty="0">
                <a:solidFill>
                  <a:srgbClr val="FFFFFF"/>
                </a:solidFill>
              </a:rPr>
              <a:t>Group 1: Margo Bonal, Luke Ruffing, Evan Thompson</a:t>
            </a:r>
          </a:p>
        </p:txBody>
      </p:sp>
    </p:spTree>
    <p:extLst>
      <p:ext uri="{BB962C8B-B14F-4D97-AF65-F5344CB8AC3E}">
        <p14:creationId xmlns:p14="http://schemas.microsoft.com/office/powerpoint/2010/main" val="2732488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EA85E8-01FB-8E12-4E0B-4BEF5FD40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Project Description</a:t>
            </a: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726F1BD9-27E2-2783-22C4-708E5875FC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20280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04418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7595DC-5F24-43DE-A51F-61C1424919A8}"/>
              </a:ext>
            </a:extLst>
          </p:cNvPr>
          <p:cNvSpPr txBox="1"/>
          <p:nvPr/>
        </p:nvSpPr>
        <p:spPr>
          <a:xfrm>
            <a:off x="480733" y="1199248"/>
            <a:ext cx="281043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Algorithm Selection:</a:t>
            </a:r>
          </a:p>
          <a:p>
            <a:r>
              <a:rPr lang="en-US" dirty="0">
                <a:solidFill>
                  <a:schemeClr val="bg1"/>
                </a:solidFill>
              </a:rPr>
              <a:t>Test AI’s ability and Knowledge of encryption algorithms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E0E150-2FC2-EEE3-7E38-1E788F6BA625}"/>
              </a:ext>
            </a:extLst>
          </p:cNvPr>
          <p:cNvSpPr txBox="1"/>
          <p:nvPr/>
        </p:nvSpPr>
        <p:spPr>
          <a:xfrm>
            <a:off x="403413" y="2858412"/>
            <a:ext cx="29650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Optimization:</a:t>
            </a:r>
          </a:p>
          <a:p>
            <a:r>
              <a:rPr lang="en-US" dirty="0">
                <a:solidFill>
                  <a:schemeClr val="bg1"/>
                </a:solidFill>
              </a:rPr>
              <a:t>Test Ai’s ability to select an algorithm for specific purpose and achieve best efficiency 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4AF094-E72F-59C1-3EC9-6D652007D4E2}"/>
              </a:ext>
            </a:extLst>
          </p:cNvPr>
          <p:cNvSpPr txBox="1"/>
          <p:nvPr/>
        </p:nvSpPr>
        <p:spPr>
          <a:xfrm>
            <a:off x="403413" y="4868341"/>
            <a:ext cx="29650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Security Analysis:</a:t>
            </a:r>
          </a:p>
          <a:p>
            <a:r>
              <a:rPr lang="en-US" dirty="0">
                <a:solidFill>
                  <a:schemeClr val="bg1"/>
                </a:solidFill>
              </a:rPr>
              <a:t>Examine Ai’s ability to create encryption solution, meeting time complexity and data security 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8EA47113-AE78-37AD-2E9F-5114B143C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413" y="120370"/>
            <a:ext cx="3408832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Problem Types</a:t>
            </a:r>
          </a:p>
        </p:txBody>
      </p:sp>
      <p:graphicFrame>
        <p:nvGraphicFramePr>
          <p:cNvPr id="29" name="TextBox 5">
            <a:extLst>
              <a:ext uri="{FF2B5EF4-FFF2-40B4-BE49-F238E27FC236}">
                <a16:creationId xmlns:a16="http://schemas.microsoft.com/office/drawing/2014/main" id="{800BDBBA-D667-3711-5172-9DCBB8455F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5076349"/>
              </p:ext>
            </p:extLst>
          </p:nvPr>
        </p:nvGraphicFramePr>
        <p:xfrm>
          <a:off x="4333718" y="258173"/>
          <a:ext cx="7559334" cy="608749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265571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77E0F-BF91-66F8-3FE4-355A1391B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6842" y="1542443"/>
            <a:ext cx="5400467" cy="2525292"/>
          </a:xfrm>
        </p:spPr>
        <p:txBody>
          <a:bodyPr>
            <a:normAutofit/>
          </a:bodyPr>
          <a:lstStyle/>
          <a:p>
            <a:r>
              <a:rPr lang="en-US" dirty="0"/>
              <a:t>Each member assigned AI model for experimentation</a:t>
            </a:r>
          </a:p>
          <a:p>
            <a:r>
              <a:rPr lang="en-US" dirty="0"/>
              <a:t> Model prompted</a:t>
            </a:r>
          </a:p>
          <a:p>
            <a:r>
              <a:rPr lang="en-US" dirty="0"/>
              <a:t>Data collection/documentation</a:t>
            </a:r>
          </a:p>
          <a:p>
            <a:r>
              <a:rPr lang="en-US" dirty="0"/>
              <a:t> Analysis and team reviews </a:t>
            </a:r>
          </a:p>
          <a:p>
            <a:endParaRPr lang="en-US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B150613-8BB7-CE2F-6F6A-702DE92CC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2752" y="352844"/>
            <a:ext cx="3343835" cy="656385"/>
          </a:xfrm>
        </p:spPr>
        <p:txBody>
          <a:bodyPr anchor="b"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r>
              <a:rPr lang="en-US" sz="4000" b="1" dirty="0">
                <a:ln/>
                <a:solidFill>
                  <a:schemeClr val="accent4"/>
                </a:solidFill>
              </a:rPr>
              <a:t>Approach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88944B4-2820-81D6-0EF2-EDD735756CA6}"/>
              </a:ext>
            </a:extLst>
          </p:cNvPr>
          <p:cNvSpPr txBox="1">
            <a:spLocks/>
          </p:cNvSpPr>
          <p:nvPr/>
        </p:nvSpPr>
        <p:spPr>
          <a:xfrm>
            <a:off x="1091453" y="284674"/>
            <a:ext cx="3343835" cy="79272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b="1" dirty="0">
                <a:ln/>
                <a:solidFill>
                  <a:schemeClr val="accent4"/>
                </a:solidFill>
              </a:rPr>
              <a:t>AI Tools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C8A7EC2-18C5-CE9E-5EB7-BD96AEA308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54429"/>
              </p:ext>
            </p:extLst>
          </p:nvPr>
        </p:nvGraphicFramePr>
        <p:xfrm>
          <a:off x="6096000" y="4434929"/>
          <a:ext cx="5928612" cy="818310"/>
        </p:xfrm>
        <a:graphic>
          <a:graphicData uri="http://schemas.openxmlformats.org/drawingml/2006/table">
            <a:tbl>
              <a:tblPr firstRow="1" bandRow="1">
                <a:tableStyleId>{91EBBBCC-DAD2-459C-BE2E-F6DE35CF9A28}</a:tableStyleId>
              </a:tblPr>
              <a:tblGrid>
                <a:gridCol w="1976204">
                  <a:extLst>
                    <a:ext uri="{9D8B030D-6E8A-4147-A177-3AD203B41FA5}">
                      <a16:colId xmlns:a16="http://schemas.microsoft.com/office/drawing/2014/main" val="3251552912"/>
                    </a:ext>
                  </a:extLst>
                </a:gridCol>
                <a:gridCol w="1976204">
                  <a:extLst>
                    <a:ext uri="{9D8B030D-6E8A-4147-A177-3AD203B41FA5}">
                      <a16:colId xmlns:a16="http://schemas.microsoft.com/office/drawing/2014/main" val="1980697266"/>
                    </a:ext>
                  </a:extLst>
                </a:gridCol>
                <a:gridCol w="1976204">
                  <a:extLst>
                    <a:ext uri="{9D8B030D-6E8A-4147-A177-3AD203B41FA5}">
                      <a16:colId xmlns:a16="http://schemas.microsoft.com/office/drawing/2014/main" val="2591466842"/>
                    </a:ext>
                  </a:extLst>
                </a:gridCol>
              </a:tblGrid>
              <a:tr h="447470">
                <a:tc>
                  <a:txBody>
                    <a:bodyPr/>
                    <a:lstStyle/>
                    <a:p>
                      <a:r>
                        <a:rPr lang="en-US" dirty="0"/>
                        <a:t>Margo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Luke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4986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ChatGPT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Copilot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Gemini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943804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60EA2BF6-99E8-2D98-E940-ED19A6922E58}"/>
              </a:ext>
            </a:extLst>
          </p:cNvPr>
          <p:cNvSpPr txBox="1"/>
          <p:nvPr/>
        </p:nvSpPr>
        <p:spPr>
          <a:xfrm>
            <a:off x="208429" y="1768288"/>
            <a:ext cx="5109882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Multiple AI agents allow for comparison of success rates, solutions, and limitations.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 ChatGPT &amp; Copilot: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OpenAI’s GPT </a:t>
            </a:r>
            <a:r>
              <a:rPr lang="en-US" sz="1200" dirty="0"/>
              <a:t>(Generative Pre-trained Transformer)</a:t>
            </a: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Gemini: Google’s independent model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2000" dirty="0"/>
              <a:t>Difference: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Microsoft utilizes GPT model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adds layers to allow Copilot to meet security needs and integrate with Microsoft ecosystem</a:t>
            </a:r>
          </a:p>
          <a:p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4082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7E5507-7BEB-1D01-5229-134196AE5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4" y="2655150"/>
            <a:ext cx="2101666" cy="879468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ChatGPT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BEB13-E101-00CE-9CC4-735B136CA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77019" y="10138"/>
            <a:ext cx="7490010" cy="6726838"/>
          </a:xfrm>
        </p:spPr>
        <p:txBody>
          <a:bodyPr anchor="ctr">
            <a:normAutofit fontScale="92500" lnSpcReduction="10000"/>
          </a:bodyPr>
          <a:lstStyle/>
          <a:p>
            <a:r>
              <a:rPr lang="en-US" sz="2000" dirty="0"/>
              <a:t>Algorithm Selection</a:t>
            </a:r>
          </a:p>
          <a:p>
            <a:pPr lvl="1"/>
            <a:r>
              <a:rPr lang="en-US" sz="1800" dirty="0"/>
              <a:t>Use secure salted password hashing with an algorithm such as Argon2 or bcrypt rather than encryption. </a:t>
            </a:r>
          </a:p>
          <a:p>
            <a:pPr lvl="1"/>
            <a:r>
              <a:rPr lang="en-US" sz="1800" dirty="0"/>
              <a:t>D</a:t>
            </a:r>
            <a:r>
              <a:rPr lang="en-US" sz="1800"/>
              <a:t>esigned </a:t>
            </a:r>
            <a:r>
              <a:rPr lang="en-US" sz="1800" dirty="0"/>
              <a:t>specifically for password storage, provide strong protection against brute force attacks, and are fast enough that hashing and verification</a:t>
            </a:r>
            <a:endParaRPr lang="en-US" sz="1050" dirty="0"/>
          </a:p>
          <a:p>
            <a:r>
              <a:rPr lang="en-US" sz="2000" dirty="0"/>
              <a:t>Optimization </a:t>
            </a:r>
          </a:p>
          <a:p>
            <a:pPr lvl="1"/>
            <a:r>
              <a:rPr lang="en-US" sz="1800" dirty="0"/>
              <a:t>AES-256-GCM for bulk data encryption with ECC for secure key exchange provides optimization</a:t>
            </a:r>
            <a:endParaRPr lang="en-US" sz="1200" dirty="0"/>
          </a:p>
          <a:p>
            <a:pPr lvl="1"/>
            <a:r>
              <a:rPr lang="en-US" sz="1800" dirty="0"/>
              <a:t>Combination of asymmetric and symmetric encryption reduces slow and CPU intensive processing. </a:t>
            </a:r>
          </a:p>
          <a:p>
            <a:pPr lvl="1"/>
            <a:r>
              <a:rPr lang="en-US" sz="1800" dirty="0"/>
              <a:t>Session key reuse within secure time window</a:t>
            </a:r>
          </a:p>
          <a:p>
            <a:pPr lvl="1"/>
            <a:r>
              <a:rPr lang="en-US" sz="1800" dirty="0"/>
              <a:t>Buffering of large data streams</a:t>
            </a:r>
            <a:endParaRPr lang="en-US" sz="1050" dirty="0"/>
          </a:p>
          <a:p>
            <a:r>
              <a:rPr lang="en-US" sz="2000" dirty="0"/>
              <a:t>Complexity</a:t>
            </a:r>
          </a:p>
          <a:p>
            <a:pPr lvl="1"/>
            <a:r>
              <a:rPr lang="en-US" sz="1600" dirty="0"/>
              <a:t>Constant time:</a:t>
            </a:r>
          </a:p>
          <a:p>
            <a:pPr lvl="2"/>
            <a:r>
              <a:rPr lang="en-US" sz="1700" dirty="0"/>
              <a:t>Apply XOR, and bit rotations to each character of the license number, constant time encryption can be achieved.</a:t>
            </a:r>
          </a:p>
          <a:p>
            <a:pPr lvl="1"/>
            <a:r>
              <a:rPr lang="en-US" sz="1600" dirty="0"/>
              <a:t>Logarithmic time:</a:t>
            </a:r>
          </a:p>
          <a:p>
            <a:pPr lvl="2"/>
            <a:r>
              <a:rPr lang="en-US" sz="1700" dirty="0"/>
              <a:t>Encryption keys need to be stored by a balanced binary search tree. For further processing, they must be selected with a key based on a hash of the license number.</a:t>
            </a:r>
            <a:endParaRPr lang="en-US" sz="1000" dirty="0"/>
          </a:p>
          <a:p>
            <a:r>
              <a:rPr lang="en-US" sz="2000" dirty="0"/>
              <a:t>Security Analysis</a:t>
            </a:r>
          </a:p>
          <a:p>
            <a:pPr lvl="1"/>
            <a:r>
              <a:rPr lang="en-US" sz="1600" dirty="0"/>
              <a:t>Collision resistance → use a strong hash (e.g., SHA-256 or SHA-3)</a:t>
            </a:r>
          </a:p>
          <a:p>
            <a:pPr lvl="1"/>
            <a:r>
              <a:rPr lang="en-US" sz="1600" dirty="0"/>
              <a:t>Slow computation → use a memory-hard KDF like Argon2</a:t>
            </a:r>
          </a:p>
          <a:p>
            <a:pPr lvl="1"/>
            <a:r>
              <a:rPr lang="en-US" sz="1600" dirty="0"/>
              <a:t>Tamper detection → chain hashes like a blockchain</a:t>
            </a:r>
            <a:endParaRPr lang="en-US" sz="2100" dirty="0"/>
          </a:p>
        </p:txBody>
      </p:sp>
    </p:spTree>
    <p:extLst>
      <p:ext uri="{BB962C8B-B14F-4D97-AF65-F5344CB8AC3E}">
        <p14:creationId xmlns:p14="http://schemas.microsoft.com/office/powerpoint/2010/main" val="1605171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ACBC35-5C54-CCA8-6A2B-B282BF8C9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E0605A25-0DCA-F0DB-1962-12687EF39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849BC8-CF9F-F002-AB01-05FE345AE5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A80739-794B-B27F-CB9D-513BFEFB7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8B3957-8C79-9713-41E0-9306962C94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D4C61D-1E86-2376-656A-827728C4A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4941" y="349112"/>
            <a:ext cx="4403915" cy="877729"/>
          </a:xfrm>
        </p:spPr>
        <p:txBody>
          <a:bodyPr anchor="ctr">
            <a:norm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ChatGPT Evaluation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105BD97F-88FC-7D2D-6D0A-263599A30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9735" y="2255931"/>
            <a:ext cx="10515600" cy="2887569"/>
          </a:xfrm>
        </p:spPr>
        <p:txBody>
          <a:bodyPr>
            <a:normAutofit/>
          </a:bodyPr>
          <a:lstStyle/>
          <a:p>
            <a:r>
              <a:rPr lang="en-US" dirty="0"/>
              <a:t>Successfully interpreted prompts and generated solutions</a:t>
            </a:r>
          </a:p>
          <a:p>
            <a:r>
              <a:rPr lang="en-US" dirty="0"/>
              <a:t>Breaking prompts into sections improved logic and thoroughness</a:t>
            </a:r>
          </a:p>
          <a:p>
            <a:r>
              <a:rPr lang="en-US" dirty="0"/>
              <a:t>Handled complex requirements and organized effectively</a:t>
            </a:r>
          </a:p>
          <a:p>
            <a:r>
              <a:rPr lang="en-US" dirty="0"/>
              <a:t>Used tables/structure for clear problem organization</a:t>
            </a:r>
          </a:p>
          <a:p>
            <a:r>
              <a:rPr lang="en-US" dirty="0"/>
              <a:t>Produced fast solutions with detailed explanations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4178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7A8E0-F0A6-5E5A-3E17-D07C1F19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Gemini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91DBB-FB15-BF48-6EB7-466FA6DC6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246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7382A-327F-C72A-2384-BE2609C74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Gemini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D2FD-4F86-ADBD-6437-8110DD5A2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9840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721CE-7FDB-6F1E-862D-17EEEB49D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Copilot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AB5C8-28F5-9043-0482-85B2C28C3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01834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3EFBA-DE92-D377-1D39-284CAE8AD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Copilot 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EFB2B-C76E-42C5-DEB1-1EA4A7025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1832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E0BBA-7667-2FF9-EF48-9DA6C79DD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E4EA9-D4C9-C153-9C80-F53A74AAC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Limitations</a:t>
            </a:r>
          </a:p>
          <a:p>
            <a:pPr lvl="1"/>
            <a:r>
              <a:rPr lang="en-US" dirty="0"/>
              <a:t>No references or source justification for solutions</a:t>
            </a:r>
          </a:p>
          <a:p>
            <a:pPr lvl="1"/>
            <a:r>
              <a:rPr lang="en-US" dirty="0"/>
              <a:t>Requires users to verify information externally</a:t>
            </a:r>
          </a:p>
          <a:p>
            <a:pPr lvl="1"/>
            <a:r>
              <a:rPr lang="en-US" dirty="0"/>
              <a:t>Raises issues of trust and reliability</a:t>
            </a:r>
          </a:p>
          <a:p>
            <a:pPr lvl="1"/>
            <a:r>
              <a:rPr lang="en-US" dirty="0"/>
              <a:t>Concerns about code ownership &amp; intellectual property</a:t>
            </a:r>
          </a:p>
          <a:p>
            <a:pPr lvl="1"/>
            <a:r>
              <a:rPr lang="en-US" dirty="0"/>
              <a:t>Overall credibility of AI-generated solutions is uncertain</a:t>
            </a:r>
          </a:p>
          <a:p>
            <a:r>
              <a:rPr lang="en-US" dirty="0"/>
              <a:t>Success rates</a:t>
            </a:r>
          </a:p>
          <a:p>
            <a:r>
              <a:rPr lang="en-US" dirty="0"/>
              <a:t>Solve both basic and complex problems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43081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01E8D-68C8-D6F0-81C8-63C5F6974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Recommendations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2174E-B03B-5BA6-1C84-A4132D40E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4433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6BC2BD-D5AB-40B6-2E42-FE395BB94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693" y="1030406"/>
            <a:ext cx="8147713" cy="30812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72922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5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072B6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148</TotalTime>
  <Words>619</Words>
  <Application>Microsoft Office PowerPoint</Application>
  <PresentationFormat>Widescreen</PresentationFormat>
  <Paragraphs>87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Security Vs Speed: Evaluating AI in Time-Constrained Encryption  </vt:lpstr>
      <vt:lpstr>Project Description</vt:lpstr>
      <vt:lpstr>Problem Types</vt:lpstr>
      <vt:lpstr>Approach</vt:lpstr>
      <vt:lpstr>ChatGPT</vt:lpstr>
      <vt:lpstr>ChatGPT Evaluation</vt:lpstr>
      <vt:lpstr>Gemini</vt:lpstr>
      <vt:lpstr>Gemini Evaluation</vt:lpstr>
      <vt:lpstr>Copilot</vt:lpstr>
      <vt:lpstr>Copilot Evaluation</vt:lpstr>
      <vt:lpstr>Observations</vt:lpstr>
      <vt:lpstr>Recommendations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</cp:revision>
  <dcterms:created xsi:type="dcterms:W3CDTF">2026-03-08T14:28:48Z</dcterms:created>
  <dcterms:modified xsi:type="dcterms:W3CDTF">2026-03-21T22:01:46Z</dcterms:modified>
</cp:coreProperties>
</file>