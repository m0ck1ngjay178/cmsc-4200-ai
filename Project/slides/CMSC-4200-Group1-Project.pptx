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5" r:id="rId1"/>
  </p:sldMasterIdLst>
  <p:sldIdLst>
    <p:sldId id="270" r:id="rId2"/>
    <p:sldId id="258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643A21-DF86-4903-A0E1-16499DD88D78}" v="36" dt="2026-03-14T15:56:43.87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5" d="100"/>
          <a:sy n="65" d="100"/>
        </p:scale>
        <p:origin x="1188" y="3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go Bonal" userId="18c9fa0f-b53d-478b-9dc0-6ad88786c19f" providerId="ADAL" clId="{93D479E5-F67F-4B8A-A78F-A0B574A116B6}"/>
    <pc:docChg chg="undo redo custSel addSld delSld modSld addMainMaster delMainMaster">
      <pc:chgData name="Margo Bonal" userId="18c9fa0f-b53d-478b-9dc0-6ad88786c19f" providerId="ADAL" clId="{93D479E5-F67F-4B8A-A78F-A0B574A116B6}" dt="2026-03-14T15:55:32.485" v="491" actId="20577"/>
      <pc:docMkLst>
        <pc:docMk/>
      </pc:docMkLst>
      <pc:sldChg chg="addSp delSp modSp new del mod setBg modClrScheme addAnim delAnim setClrOvrMap chgLayout">
        <pc:chgData name="Margo Bonal" userId="18c9fa0f-b53d-478b-9dc0-6ad88786c19f" providerId="ADAL" clId="{93D479E5-F67F-4B8A-A78F-A0B574A116B6}" dt="2026-03-14T15:52:10.150" v="479" actId="2696"/>
        <pc:sldMkLst>
          <pc:docMk/>
          <pc:sldMk cId="798257210" sldId="257"/>
        </pc:sldMkLst>
        <pc:spChg chg="mod">
          <ac:chgData name="Margo Bonal" userId="18c9fa0f-b53d-478b-9dc0-6ad88786c19f" providerId="ADAL" clId="{93D479E5-F67F-4B8A-A78F-A0B574A116B6}" dt="2026-03-14T15:45:47.954" v="249" actId="1076"/>
          <ac:spMkLst>
            <pc:docMk/>
            <pc:sldMk cId="798257210" sldId="257"/>
            <ac:spMk id="2" creationId="{6C54540B-39E7-E433-3F31-0631A8AB4919}"/>
          </ac:spMkLst>
        </pc:spChg>
        <pc:spChg chg="mod">
          <ac:chgData name="Margo Bonal" userId="18c9fa0f-b53d-478b-9dc0-6ad88786c19f" providerId="ADAL" clId="{93D479E5-F67F-4B8A-A78F-A0B574A116B6}" dt="2026-03-14T15:45:18.440" v="242" actId="207"/>
          <ac:spMkLst>
            <pc:docMk/>
            <pc:sldMk cId="798257210" sldId="257"/>
            <ac:spMk id="3" creationId="{72C7D5B6-BC99-9EE0-AEF1-1411FD8A43B9}"/>
          </ac:spMkLst>
        </pc:spChg>
      </pc:sldChg>
      <pc:sldChg chg="addSp modSp new mod setBg">
        <pc:chgData name="Margo Bonal" userId="18c9fa0f-b53d-478b-9dc0-6ad88786c19f" providerId="ADAL" clId="{93D479E5-F67F-4B8A-A78F-A0B574A116B6}" dt="2026-03-14T15:55:32.485" v="491" actId="20577"/>
        <pc:sldMkLst>
          <pc:docMk/>
          <pc:sldMk cId="2004418569" sldId="258"/>
        </pc:sldMkLst>
        <pc:spChg chg="mod">
          <ac:chgData name="Margo Bonal" userId="18c9fa0f-b53d-478b-9dc0-6ad88786c19f" providerId="ADAL" clId="{93D479E5-F67F-4B8A-A78F-A0B574A116B6}" dt="2026-03-14T15:52:16.078" v="480" actId="26606"/>
          <ac:spMkLst>
            <pc:docMk/>
            <pc:sldMk cId="2004418569" sldId="258"/>
            <ac:spMk id="2" creationId="{00EA85E8-01FB-8E12-4E0B-4BEF5FD40E7E}"/>
          </ac:spMkLst>
        </pc:spChg>
        <pc:spChg chg="mod">
          <ac:chgData name="Margo Bonal" userId="18c9fa0f-b53d-478b-9dc0-6ad88786c19f" providerId="ADAL" clId="{93D479E5-F67F-4B8A-A78F-A0B574A116B6}" dt="2026-03-14T15:55:32.485" v="491" actId="20577"/>
          <ac:spMkLst>
            <pc:docMk/>
            <pc:sldMk cId="2004418569" sldId="258"/>
            <ac:spMk id="3" creationId="{E2B4C7DE-8123-211E-1B65-93CCDA8F9A46}"/>
          </ac:spMkLst>
        </pc:spChg>
        <pc:spChg chg="add">
          <ac:chgData name="Margo Bonal" userId="18c9fa0f-b53d-478b-9dc0-6ad88786c19f" providerId="ADAL" clId="{93D479E5-F67F-4B8A-A78F-A0B574A116B6}" dt="2026-03-14T15:52:16.078" v="480" actId="26606"/>
          <ac:spMkLst>
            <pc:docMk/>
            <pc:sldMk cId="2004418569" sldId="258"/>
            <ac:spMk id="8" creationId="{DBF61EA3-B236-439E-9C0B-340980D56BEE}"/>
          </ac:spMkLst>
        </pc:spChg>
        <pc:spChg chg="add">
          <ac:chgData name="Margo Bonal" userId="18c9fa0f-b53d-478b-9dc0-6ad88786c19f" providerId="ADAL" clId="{93D479E5-F67F-4B8A-A78F-A0B574A116B6}" dt="2026-03-14T15:52:16.078" v="480" actId="26606"/>
          <ac:spMkLst>
            <pc:docMk/>
            <pc:sldMk cId="2004418569" sldId="258"/>
            <ac:spMk id="14" creationId="{E659831F-0D9A-4C63-9EBB-8435B85A440F}"/>
          </ac:spMkLst>
        </pc:spChg>
        <pc:grpChg chg="add">
          <ac:chgData name="Margo Bonal" userId="18c9fa0f-b53d-478b-9dc0-6ad88786c19f" providerId="ADAL" clId="{93D479E5-F67F-4B8A-A78F-A0B574A116B6}" dt="2026-03-14T15:52:16.078" v="480" actId="26606"/>
          <ac:grpSpMkLst>
            <pc:docMk/>
            <pc:sldMk cId="2004418569" sldId="258"/>
            <ac:grpSpMk id="10" creationId="{28FAF094-D087-493F-8DF9-A486C2D6BBAA}"/>
          </ac:grpSpMkLst>
        </pc:grpChg>
      </pc:sldChg>
      <pc:sldChg chg="modSp new del mod">
        <pc:chgData name="Margo Bonal" userId="18c9fa0f-b53d-478b-9dc0-6ad88786c19f" providerId="ADAL" clId="{93D479E5-F67F-4B8A-A78F-A0B574A116B6}" dt="2026-03-14T15:48:15.118" v="346" actId="2696"/>
        <pc:sldMkLst>
          <pc:docMk/>
          <pc:sldMk cId="968229840" sldId="259"/>
        </pc:sldMkLst>
        <pc:spChg chg="mod">
          <ac:chgData name="Margo Bonal" userId="18c9fa0f-b53d-478b-9dc0-6ad88786c19f" providerId="ADAL" clId="{93D479E5-F67F-4B8A-A78F-A0B574A116B6}" dt="2026-03-14T15:46:48.756" v="283" actId="20577"/>
          <ac:spMkLst>
            <pc:docMk/>
            <pc:sldMk cId="968229840" sldId="259"/>
            <ac:spMk id="2" creationId="{0701DB8F-0574-8B3D-259E-B662532976C6}"/>
          </ac:spMkLst>
        </pc:spChg>
      </pc:sldChg>
      <pc:sldChg chg="addSp modSp new mod setBg">
        <pc:chgData name="Margo Bonal" userId="18c9fa0f-b53d-478b-9dc0-6ad88786c19f" providerId="ADAL" clId="{93D479E5-F67F-4B8A-A78F-A0B574A116B6}" dt="2026-03-14T15:52:24.143" v="481" actId="26606"/>
        <pc:sldMkLst>
          <pc:docMk/>
          <pc:sldMk cId="149795576" sldId="260"/>
        </pc:sldMkLst>
        <pc:spChg chg="mod">
          <ac:chgData name="Margo Bonal" userId="18c9fa0f-b53d-478b-9dc0-6ad88786c19f" providerId="ADAL" clId="{93D479E5-F67F-4B8A-A78F-A0B574A116B6}" dt="2026-03-14T15:52:24.143" v="481" actId="26606"/>
          <ac:spMkLst>
            <pc:docMk/>
            <pc:sldMk cId="149795576" sldId="260"/>
            <ac:spMk id="2" creationId="{3A852955-2551-12FF-6416-32BAB737FFD9}"/>
          </ac:spMkLst>
        </pc:spChg>
        <pc:spChg chg="mod">
          <ac:chgData name="Margo Bonal" userId="18c9fa0f-b53d-478b-9dc0-6ad88786c19f" providerId="ADAL" clId="{93D479E5-F67F-4B8A-A78F-A0B574A116B6}" dt="2026-03-14T15:52:24.143" v="481" actId="26606"/>
          <ac:spMkLst>
            <pc:docMk/>
            <pc:sldMk cId="149795576" sldId="260"/>
            <ac:spMk id="3" creationId="{5BC4AAB4-32DD-0202-4047-F9245BE2A8CD}"/>
          </ac:spMkLst>
        </pc:spChg>
        <pc:spChg chg="add">
          <ac:chgData name="Margo Bonal" userId="18c9fa0f-b53d-478b-9dc0-6ad88786c19f" providerId="ADAL" clId="{93D479E5-F67F-4B8A-A78F-A0B574A116B6}" dt="2026-03-14T15:52:24.143" v="481" actId="26606"/>
          <ac:spMkLst>
            <pc:docMk/>
            <pc:sldMk cId="149795576" sldId="260"/>
            <ac:spMk id="8" creationId="{B6CDA21F-E7AF-4C75-8395-33F58D5B0E45}"/>
          </ac:spMkLst>
        </pc:spChg>
        <pc:spChg chg="add">
          <ac:chgData name="Margo Bonal" userId="18c9fa0f-b53d-478b-9dc0-6ad88786c19f" providerId="ADAL" clId="{93D479E5-F67F-4B8A-A78F-A0B574A116B6}" dt="2026-03-14T15:52:24.143" v="481" actId="26606"/>
          <ac:spMkLst>
            <pc:docMk/>
            <pc:sldMk cId="149795576" sldId="260"/>
            <ac:spMk id="15" creationId="{D5B0017B-2ECA-49AF-B397-DC140825DF8D}"/>
          </ac:spMkLst>
        </pc:spChg>
        <pc:grpChg chg="add">
          <ac:chgData name="Margo Bonal" userId="18c9fa0f-b53d-478b-9dc0-6ad88786c19f" providerId="ADAL" clId="{93D479E5-F67F-4B8A-A78F-A0B574A116B6}" dt="2026-03-14T15:52:24.143" v="481" actId="26606"/>
          <ac:grpSpMkLst>
            <pc:docMk/>
            <pc:sldMk cId="149795576" sldId="260"/>
            <ac:grpSpMk id="10" creationId="{AE1C45F0-260A-458C-96ED-C1F6D2151219}"/>
          </ac:grpSpMkLst>
        </pc:grpChg>
        <pc:cxnChg chg="add">
          <ac:chgData name="Margo Bonal" userId="18c9fa0f-b53d-478b-9dc0-6ad88786c19f" providerId="ADAL" clId="{93D479E5-F67F-4B8A-A78F-A0B574A116B6}" dt="2026-03-14T15:52:24.143" v="481" actId="26606"/>
          <ac:cxnSpMkLst>
            <pc:docMk/>
            <pc:sldMk cId="149795576" sldId="260"/>
            <ac:cxnSpMk id="17" creationId="{6CF1BAF6-AD41-4082-B212-8A1F9A2E8779}"/>
          </ac:cxnSpMkLst>
        </pc:cxnChg>
      </pc:sldChg>
      <pc:sldChg chg="addSp modSp new mod setBg">
        <pc:chgData name="Margo Bonal" userId="18c9fa0f-b53d-478b-9dc0-6ad88786c19f" providerId="ADAL" clId="{93D479E5-F67F-4B8A-A78F-A0B574A116B6}" dt="2026-03-14T15:52:28.401" v="482" actId="26606"/>
        <pc:sldMkLst>
          <pc:docMk/>
          <pc:sldMk cId="2155978422" sldId="261"/>
        </pc:sldMkLst>
        <pc:spChg chg="mod">
          <ac:chgData name="Margo Bonal" userId="18c9fa0f-b53d-478b-9dc0-6ad88786c19f" providerId="ADAL" clId="{93D479E5-F67F-4B8A-A78F-A0B574A116B6}" dt="2026-03-14T15:52:28.401" v="482" actId="26606"/>
          <ac:spMkLst>
            <pc:docMk/>
            <pc:sldMk cId="2155978422" sldId="261"/>
            <ac:spMk id="2" creationId="{F97CB9DD-52FB-113D-526B-B6459D63DDA8}"/>
          </ac:spMkLst>
        </pc:spChg>
        <pc:spChg chg="mod">
          <ac:chgData name="Margo Bonal" userId="18c9fa0f-b53d-478b-9dc0-6ad88786c19f" providerId="ADAL" clId="{93D479E5-F67F-4B8A-A78F-A0B574A116B6}" dt="2026-03-14T15:52:28.401" v="482" actId="26606"/>
          <ac:spMkLst>
            <pc:docMk/>
            <pc:sldMk cId="2155978422" sldId="261"/>
            <ac:spMk id="3" creationId="{C6A5AC6E-1FD2-A32F-E33D-B1050BE416BB}"/>
          </ac:spMkLst>
        </pc:spChg>
        <pc:spChg chg="add">
          <ac:chgData name="Margo Bonal" userId="18c9fa0f-b53d-478b-9dc0-6ad88786c19f" providerId="ADAL" clId="{93D479E5-F67F-4B8A-A78F-A0B574A116B6}" dt="2026-03-14T15:52:28.401" v="482" actId="26606"/>
          <ac:spMkLst>
            <pc:docMk/>
            <pc:sldMk cId="2155978422" sldId="261"/>
            <ac:spMk id="8" creationId="{4DA718D0-4865-4629-8134-44F68D41D574}"/>
          </ac:spMkLst>
        </pc:spChg>
        <pc:spChg chg="add">
          <ac:chgData name="Margo Bonal" userId="18c9fa0f-b53d-478b-9dc0-6ad88786c19f" providerId="ADAL" clId="{93D479E5-F67F-4B8A-A78F-A0B574A116B6}" dt="2026-03-14T15:52:28.401" v="482" actId="26606"/>
          <ac:spMkLst>
            <pc:docMk/>
            <pc:sldMk cId="2155978422" sldId="261"/>
            <ac:spMk id="14" creationId="{CBC4F608-B4B8-48C3-9572-C0F061B1CD99}"/>
          </ac:spMkLst>
        </pc:spChg>
        <pc:grpChg chg="add">
          <ac:chgData name="Margo Bonal" userId="18c9fa0f-b53d-478b-9dc0-6ad88786c19f" providerId="ADAL" clId="{93D479E5-F67F-4B8A-A78F-A0B574A116B6}" dt="2026-03-14T15:52:28.401" v="482" actId="26606"/>
          <ac:grpSpMkLst>
            <pc:docMk/>
            <pc:sldMk cId="2155978422" sldId="261"/>
            <ac:grpSpMk id="10" creationId="{65167ED7-6315-43AB-B1B6-C326D5FD8F84}"/>
          </ac:grpSpMkLst>
        </pc:grpChg>
      </pc:sldChg>
      <pc:sldChg chg="modSp new mod">
        <pc:chgData name="Margo Bonal" userId="18c9fa0f-b53d-478b-9dc0-6ad88786c19f" providerId="ADAL" clId="{93D479E5-F67F-4B8A-A78F-A0B574A116B6}" dt="2026-03-14T15:52:54.856" v="484" actId="20577"/>
        <pc:sldMkLst>
          <pc:docMk/>
          <pc:sldMk cId="1674025237" sldId="262"/>
        </pc:sldMkLst>
        <pc:spChg chg="mod">
          <ac:chgData name="Margo Bonal" userId="18c9fa0f-b53d-478b-9dc0-6ad88786c19f" providerId="ADAL" clId="{93D479E5-F67F-4B8A-A78F-A0B574A116B6}" dt="2026-03-14T15:52:54.856" v="484" actId="20577"/>
          <ac:spMkLst>
            <pc:docMk/>
            <pc:sldMk cId="1674025237" sldId="262"/>
            <ac:spMk id="2" creationId="{E6F83656-AE5C-749F-AE82-3A991804C9DE}"/>
          </ac:spMkLst>
        </pc:spChg>
      </pc:sldChg>
      <pc:sldChg chg="modSp new mod">
        <pc:chgData name="Margo Bonal" userId="18c9fa0f-b53d-478b-9dc0-6ad88786c19f" providerId="ADAL" clId="{93D479E5-F67F-4B8A-A78F-A0B574A116B6}" dt="2026-03-14T15:47:18.457" v="326" actId="20577"/>
        <pc:sldMkLst>
          <pc:docMk/>
          <pc:sldMk cId="1605171173" sldId="263"/>
        </pc:sldMkLst>
        <pc:spChg chg="mod">
          <ac:chgData name="Margo Bonal" userId="18c9fa0f-b53d-478b-9dc0-6ad88786c19f" providerId="ADAL" clId="{93D479E5-F67F-4B8A-A78F-A0B574A116B6}" dt="2026-03-14T15:47:18.457" v="326" actId="20577"/>
          <ac:spMkLst>
            <pc:docMk/>
            <pc:sldMk cId="1605171173" sldId="263"/>
            <ac:spMk id="2" creationId="{817E5507-7BEB-1D01-5229-134196AE5F70}"/>
          </ac:spMkLst>
        </pc:spChg>
      </pc:sldChg>
      <pc:sldChg chg="modSp new mod">
        <pc:chgData name="Margo Bonal" userId="18c9fa0f-b53d-478b-9dc0-6ad88786c19f" providerId="ADAL" clId="{93D479E5-F67F-4B8A-A78F-A0B574A116B6}" dt="2026-03-14T15:47:24.874" v="335" actId="20577"/>
        <pc:sldMkLst>
          <pc:docMk/>
          <pc:sldMk cId="1117246204" sldId="264"/>
        </pc:sldMkLst>
        <pc:spChg chg="mod">
          <ac:chgData name="Margo Bonal" userId="18c9fa0f-b53d-478b-9dc0-6ad88786c19f" providerId="ADAL" clId="{93D479E5-F67F-4B8A-A78F-A0B574A116B6}" dt="2026-03-14T15:47:24.874" v="335" actId="20577"/>
          <ac:spMkLst>
            <pc:docMk/>
            <pc:sldMk cId="1117246204" sldId="264"/>
            <ac:spMk id="2" creationId="{6F17A8E0-F0A6-5E5A-3E17-D07C1F19C5B3}"/>
          </ac:spMkLst>
        </pc:spChg>
      </pc:sldChg>
      <pc:sldChg chg="modSp new mod">
        <pc:chgData name="Margo Bonal" userId="18c9fa0f-b53d-478b-9dc0-6ad88786c19f" providerId="ADAL" clId="{93D479E5-F67F-4B8A-A78F-A0B574A116B6}" dt="2026-03-14T15:47:30.346" v="345" actId="20577"/>
        <pc:sldMkLst>
          <pc:docMk/>
          <pc:sldMk cId="3330183413" sldId="265"/>
        </pc:sldMkLst>
        <pc:spChg chg="mod">
          <ac:chgData name="Margo Bonal" userId="18c9fa0f-b53d-478b-9dc0-6ad88786c19f" providerId="ADAL" clId="{93D479E5-F67F-4B8A-A78F-A0B574A116B6}" dt="2026-03-14T15:47:30.346" v="345" actId="20577"/>
          <ac:spMkLst>
            <pc:docMk/>
            <pc:sldMk cId="3330183413" sldId="265"/>
            <ac:spMk id="2" creationId="{0E9721CE-7FDB-6F1E-862D-17EEEB49DF9B}"/>
          </ac:spMkLst>
        </pc:spChg>
      </pc:sldChg>
      <pc:sldChg chg="modSp new mod">
        <pc:chgData name="Margo Bonal" userId="18c9fa0f-b53d-478b-9dc0-6ad88786c19f" providerId="ADAL" clId="{93D479E5-F67F-4B8A-A78F-A0B574A116B6}" dt="2026-03-14T15:49:20.845" v="408" actId="20577"/>
        <pc:sldMkLst>
          <pc:docMk/>
          <pc:sldMk cId="3814308155" sldId="266"/>
        </pc:sldMkLst>
        <pc:spChg chg="mod">
          <ac:chgData name="Margo Bonal" userId="18c9fa0f-b53d-478b-9dc0-6ad88786c19f" providerId="ADAL" clId="{93D479E5-F67F-4B8A-A78F-A0B574A116B6}" dt="2026-03-14T15:48:29.502" v="359" actId="20577"/>
          <ac:spMkLst>
            <pc:docMk/>
            <pc:sldMk cId="3814308155" sldId="266"/>
            <ac:spMk id="2" creationId="{8C0E0BBA-7667-2FF9-EF48-9DA6C79DDF2B}"/>
          </ac:spMkLst>
        </pc:spChg>
        <pc:spChg chg="mod">
          <ac:chgData name="Margo Bonal" userId="18c9fa0f-b53d-478b-9dc0-6ad88786c19f" providerId="ADAL" clId="{93D479E5-F67F-4B8A-A78F-A0B574A116B6}" dt="2026-03-14T15:49:20.845" v="408" actId="20577"/>
          <ac:spMkLst>
            <pc:docMk/>
            <pc:sldMk cId="3814308155" sldId="266"/>
            <ac:spMk id="3" creationId="{115E4EA9-D4C9-C153-9C80-F53A74AACE51}"/>
          </ac:spMkLst>
        </pc:spChg>
      </pc:sldChg>
      <pc:sldChg chg="modSp new mod">
        <pc:chgData name="Margo Bonal" userId="18c9fa0f-b53d-478b-9dc0-6ad88786c19f" providerId="ADAL" clId="{93D479E5-F67F-4B8A-A78F-A0B574A116B6}" dt="2026-03-14T15:49:35.627" v="428" actId="20577"/>
        <pc:sldMkLst>
          <pc:docMk/>
          <pc:sldMk cId="4119443303" sldId="267"/>
        </pc:sldMkLst>
        <pc:spChg chg="mod">
          <ac:chgData name="Margo Bonal" userId="18c9fa0f-b53d-478b-9dc0-6ad88786c19f" providerId="ADAL" clId="{93D479E5-F67F-4B8A-A78F-A0B574A116B6}" dt="2026-03-14T15:49:35.627" v="428" actId="20577"/>
          <ac:spMkLst>
            <pc:docMk/>
            <pc:sldMk cId="4119443303" sldId="267"/>
            <ac:spMk id="2" creationId="{45E01E8D-68C8-D6F0-81C8-63C5F69745F8}"/>
          </ac:spMkLst>
        </pc:spChg>
      </pc:sldChg>
      <pc:sldChg chg="modSp new mod">
        <pc:chgData name="Margo Bonal" userId="18c9fa0f-b53d-478b-9dc0-6ad88786c19f" providerId="ADAL" clId="{93D479E5-F67F-4B8A-A78F-A0B574A116B6}" dt="2026-03-14T15:49:44.066" v="441" actId="20577"/>
        <pc:sldMkLst>
          <pc:docMk/>
          <pc:sldMk cId="472922610" sldId="268"/>
        </pc:sldMkLst>
        <pc:spChg chg="mod">
          <ac:chgData name="Margo Bonal" userId="18c9fa0f-b53d-478b-9dc0-6ad88786c19f" providerId="ADAL" clId="{93D479E5-F67F-4B8A-A78F-A0B574A116B6}" dt="2026-03-14T15:49:44.066" v="441" actId="20577"/>
          <ac:spMkLst>
            <pc:docMk/>
            <pc:sldMk cId="472922610" sldId="268"/>
            <ac:spMk id="2" creationId="{8F6BC2BD-D5AB-40B6-2E42-FE395BB94CFD}"/>
          </ac:spMkLst>
        </pc:spChg>
      </pc:sldChg>
      <pc:sldChg chg="new del">
        <pc:chgData name="Margo Bonal" userId="18c9fa0f-b53d-478b-9dc0-6ad88786c19f" providerId="ADAL" clId="{93D479E5-F67F-4B8A-A78F-A0B574A116B6}" dt="2026-03-14T15:50:33.583" v="444" actId="2696"/>
        <pc:sldMkLst>
          <pc:docMk/>
          <pc:sldMk cId="1946254539" sldId="269"/>
        </pc:sldMkLst>
      </pc:sldChg>
      <pc:sldChg chg="addSp delSp modSp new mod setBg">
        <pc:chgData name="Margo Bonal" userId="18c9fa0f-b53d-478b-9dc0-6ad88786c19f" providerId="ADAL" clId="{93D479E5-F67F-4B8A-A78F-A0B574A116B6}" dt="2026-03-14T15:52:01.987" v="478" actId="20577"/>
        <pc:sldMkLst>
          <pc:docMk/>
          <pc:sldMk cId="2144603681" sldId="270"/>
        </pc:sldMkLst>
        <pc:spChg chg="mod">
          <ac:chgData name="Margo Bonal" userId="18c9fa0f-b53d-478b-9dc0-6ad88786c19f" providerId="ADAL" clId="{93D479E5-F67F-4B8A-A78F-A0B574A116B6}" dt="2026-03-14T15:51:23.108" v="450" actId="1076"/>
          <ac:spMkLst>
            <pc:docMk/>
            <pc:sldMk cId="2144603681" sldId="270"/>
            <ac:spMk id="2" creationId="{EB058003-92CA-9A65-D93A-4A59BF937390}"/>
          </ac:spMkLst>
        </pc:spChg>
        <pc:spChg chg="del mod">
          <ac:chgData name="Margo Bonal" userId="18c9fa0f-b53d-478b-9dc0-6ad88786c19f" providerId="ADAL" clId="{93D479E5-F67F-4B8A-A78F-A0B574A116B6}" dt="2026-03-14T15:51:47.416" v="455"/>
          <ac:spMkLst>
            <pc:docMk/>
            <pc:sldMk cId="2144603681" sldId="270"/>
            <ac:spMk id="3" creationId="{F3C33B5F-468F-DC68-3C04-DCD3523049B4}"/>
          </ac:spMkLst>
        </pc:spChg>
        <pc:spChg chg="add mod">
          <ac:chgData name="Margo Bonal" userId="18c9fa0f-b53d-478b-9dc0-6ad88786c19f" providerId="ADAL" clId="{93D479E5-F67F-4B8A-A78F-A0B574A116B6}" dt="2026-03-14T15:51:26.388" v="451" actId="1076"/>
          <ac:spMkLst>
            <pc:docMk/>
            <pc:sldMk cId="2144603681" sldId="270"/>
            <ac:spMk id="4" creationId="{EC4085F2-62A1-F12C-96F1-D60030578151}"/>
          </ac:spMkLst>
        </pc:spChg>
        <pc:spChg chg="add mod">
          <ac:chgData name="Margo Bonal" userId="18c9fa0f-b53d-478b-9dc0-6ad88786c19f" providerId="ADAL" clId="{93D479E5-F67F-4B8A-A78F-A0B574A116B6}" dt="2026-03-14T15:51:38.717" v="454" actId="1076"/>
          <ac:spMkLst>
            <pc:docMk/>
            <pc:sldMk cId="2144603681" sldId="270"/>
            <ac:spMk id="5" creationId="{156952BD-893C-199E-232A-50EA1C89FCC0}"/>
          </ac:spMkLst>
        </pc:spChg>
        <pc:spChg chg="add mod">
          <ac:chgData name="Margo Bonal" userId="18c9fa0f-b53d-478b-9dc0-6ad88786c19f" providerId="ADAL" clId="{93D479E5-F67F-4B8A-A78F-A0B574A116B6}" dt="2026-03-14T15:52:01.987" v="478" actId="20577"/>
          <ac:spMkLst>
            <pc:docMk/>
            <pc:sldMk cId="2144603681" sldId="270"/>
            <ac:spMk id="6" creationId="{F1DF5240-130E-D309-6941-B5CD12887932}"/>
          </ac:spMkLst>
        </pc:spChg>
        <pc:spChg chg="add">
          <ac:chgData name="Margo Bonal" userId="18c9fa0f-b53d-478b-9dc0-6ad88786c19f" providerId="ADAL" clId="{93D479E5-F67F-4B8A-A78F-A0B574A116B6}" dt="2026-03-14T15:51:07.252" v="446" actId="26606"/>
          <ac:spMkLst>
            <pc:docMk/>
            <pc:sldMk cId="2144603681" sldId="270"/>
            <ac:spMk id="8" creationId="{4522B21E-B2B9-4C72-9A71-C87EFD137480}"/>
          </ac:spMkLst>
        </pc:spChg>
        <pc:spChg chg="add">
          <ac:chgData name="Margo Bonal" userId="18c9fa0f-b53d-478b-9dc0-6ad88786c19f" providerId="ADAL" clId="{93D479E5-F67F-4B8A-A78F-A0B574A116B6}" dt="2026-03-14T15:51:07.252" v="446" actId="26606"/>
          <ac:spMkLst>
            <pc:docMk/>
            <pc:sldMk cId="2144603681" sldId="270"/>
            <ac:spMk id="10" creationId="{5EB7D2A2-F448-44D4-938C-DC84CBCB3B1E}"/>
          </ac:spMkLst>
        </pc:spChg>
        <pc:spChg chg="add">
          <ac:chgData name="Margo Bonal" userId="18c9fa0f-b53d-478b-9dc0-6ad88786c19f" providerId="ADAL" clId="{93D479E5-F67F-4B8A-A78F-A0B574A116B6}" dt="2026-03-14T15:51:07.252" v="446" actId="26606"/>
          <ac:spMkLst>
            <pc:docMk/>
            <pc:sldMk cId="2144603681" sldId="270"/>
            <ac:spMk id="12" creationId="{871AEA07-1E14-44B4-8E55-64EF049CD66F}"/>
          </ac:spMkLst>
        </pc:spChg>
        <pc:cxnChg chg="add">
          <ac:chgData name="Margo Bonal" userId="18c9fa0f-b53d-478b-9dc0-6ad88786c19f" providerId="ADAL" clId="{93D479E5-F67F-4B8A-A78F-A0B574A116B6}" dt="2026-03-14T15:51:07.252" v="446" actId="26606"/>
          <ac:cxnSpMkLst>
            <pc:docMk/>
            <pc:sldMk cId="2144603681" sldId="270"/>
            <ac:cxnSpMk id="14" creationId="{F7C8EA93-3210-4C62-99E9-153C275E3A87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6C47A-ABB1-A378-D073-51C206F311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2DD953-FBD1-196A-A134-4D1574089C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F3A3CC-6641-01D2-684C-A446DDBA3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363E9F-E6CE-2745-2B63-B560E592E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798959-D4CD-FCF9-40BB-F003B0319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7584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4E2C3-3E86-ABDA-375D-465BC8731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FA04C-9E0A-3DA7-5581-023BAC043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D7993E-1D95-1C66-52A8-456E2AA19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FD1244-3FE1-1FB2-4F20-C994DED43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2989EB-6723-0208-2336-D16A8BBDD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149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F12C6-4D58-9A70-6F02-CC59C2B32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65DBAE-D857-6C7D-403B-B1A8F03304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E19568-CD80-399D-4CAD-20728DA1B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A5F696-4C8E-6B70-4600-2ED3E66AA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CA1557-BF39-E569-CE78-CBE2F1AFE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9466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240BB-5FBA-5206-E2F8-0A256E90D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53874-913D-D32F-60BC-F956381540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6F7CB1-CB6B-4C44-DF94-D21CFD3932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D02086-0A79-593B-3691-8F19CA680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F6012E-A992-04F8-FA0A-A75DC6BE7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0C6ECF-520F-FBA3-C3E5-44B6E4D8D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320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6D357-CF96-8136-89B3-620E6C7B6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F633B8-B7A3-8611-A464-36167DBB5A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28BFA2-CC89-9360-AC9D-E9FCC7486A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EF7447-6CF6-6B72-28F5-43CE366566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FE6B71-C50C-A937-595F-8A5552A1B9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F5ACB8-2015-4EFA-88D8-6A9465614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42BC09E-F235-094E-BE8D-C96ED2753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F7E733-0638-F4B3-50DC-5C3149A32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0880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83BDF-2990-85BF-1691-B74AA1E88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3ED331-1C26-C3D9-B53D-CD7504C1E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1DE445-5971-F07A-2276-C05FAB7BB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C1EC96-96F0-68C0-9599-F8CB48C90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764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A32848-6182-16BD-819E-9519066DC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2ED5D8-F999-C7DF-83C0-3E4D02BC7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0F99E-345C-CD2B-B60A-980D0DF79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4731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9FA3D-165F-2868-E1AC-7EE78BC79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46DA95-16CA-B91D-1F80-4AB768D89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81ED8D-C4AF-F864-F70E-9874D1311A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90335E-BF28-2CAD-64EE-34F65F052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8A96D2-5C0C-875E-85AC-E92D6CCBC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AFD5F7-7985-41D2-D0B7-5305D8FF1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7168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65852-4C47-5CDE-BF32-F6858D73E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107535-ADBF-AED3-9CD4-D02AB415DD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7FA807-00DE-DB42-FC67-3BDB487A9C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FA42D2-85A6-BA01-05B2-B7C0393C5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ABB7F5-6367-EF26-72EC-BC2436AE6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3835C-F1A0-E8A7-1F2A-274A0D74D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9821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0DA648-CF44-FC15-097A-37FEEC076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99A9DA-3D49-6C20-5476-F00927BACF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78AECB-CB26-613F-6D95-D10ABE9D7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C28BC7-84C5-9762-7036-E28AA9846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11214-7083-C512-4E5B-4F002A098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393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EBD4DB-830D-97F2-1A7C-7CCAD33299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2F0892-3706-4775-7BCD-FABAA7AA7D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50BBDB-64D2-9C52-A826-EE7DFB48D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A51C5B-B868-CEDC-7232-8358B68C1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A0D4E5-F174-4D1C-283B-529430933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41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4B44F91-5D98-0B2E-9A29-7D8A13F6F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024D61-D414-BB2A-E972-A5FC4F35EC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2FA431-3118-A447-CAB1-0DA1550508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ADBD16-5BFB-4D9F-9646-C75D1B53BBB6}" type="datetimeFigureOut">
              <a:rPr lang="en-US" smtClean="0"/>
              <a:pPr/>
              <a:t>3/14/2026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5A991-A60B-A737-8972-4F59E4252F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8CBC51-6FEB-58BF-C592-6626A4EB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5640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6" r:id="rId1"/>
    <p:sldLayoutId id="2147483817" r:id="rId2"/>
    <p:sldLayoutId id="2147483818" r:id="rId3"/>
    <p:sldLayoutId id="2147483819" r:id="rId4"/>
    <p:sldLayoutId id="2147483820" r:id="rId5"/>
    <p:sldLayoutId id="2147483821" r:id="rId6"/>
    <p:sldLayoutId id="2147483822" r:id="rId7"/>
    <p:sldLayoutId id="2147483823" r:id="rId8"/>
    <p:sldLayoutId id="2147483824" r:id="rId9"/>
    <p:sldLayoutId id="2147483825" r:id="rId10"/>
    <p:sldLayoutId id="214748382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22B21E-B2B9-4C72-9A71-C87EFD1374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441258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2"/>
            <a:ext cx="10999072" cy="46185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058003-92CA-9A65-D93A-4A59BF9373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6092"/>
            <a:ext cx="9144000" cy="1202794"/>
          </a:xfrm>
        </p:spPr>
        <p:txBody>
          <a:bodyPr anchor="ctr">
            <a:normAutofit/>
          </a:bodyPr>
          <a:lstStyle/>
          <a:p>
            <a:r>
              <a:rPr lang="en-US" sz="7200" dirty="0"/>
              <a:t>Security vs. Speed: 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54708"/>
            <a:ext cx="11000232" cy="0"/>
          </a:xfrm>
          <a:prstGeom prst="line">
            <a:avLst/>
          </a:prstGeom>
          <a:ln w="1016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C4085F2-62A1-F12C-96F1-D60030578151}"/>
              </a:ext>
            </a:extLst>
          </p:cNvPr>
          <p:cNvSpPr txBox="1"/>
          <p:nvPr/>
        </p:nvSpPr>
        <p:spPr>
          <a:xfrm>
            <a:off x="2944173" y="2480874"/>
            <a:ext cx="60495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Evaluating AI in Time-Constrained Encryption</a:t>
            </a:r>
            <a:endParaRPr lang="en-US" sz="2000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156952BD-893C-199E-232A-50EA1C89FCC0}"/>
              </a:ext>
            </a:extLst>
          </p:cNvPr>
          <p:cNvSpPr txBox="1">
            <a:spLocks/>
          </p:cNvSpPr>
          <p:nvPr/>
        </p:nvSpPr>
        <p:spPr>
          <a:xfrm>
            <a:off x="4997032" y="3396866"/>
            <a:ext cx="1943856" cy="129694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Tx/>
              <a:buNone/>
              <a:defRPr sz="20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Tx/>
              <a:buNone/>
              <a:defRPr sz="16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n-US" sz="1600" dirty="0"/>
              <a:t>AI Project Group 1 :</a:t>
            </a:r>
            <a:br>
              <a:rPr lang="en-US" sz="1600" dirty="0"/>
            </a:br>
            <a:r>
              <a:rPr lang="en-US" sz="1600" dirty="0"/>
              <a:t>Margo Bonal</a:t>
            </a:r>
            <a:br>
              <a:rPr lang="en-US" sz="1600" dirty="0"/>
            </a:br>
            <a:r>
              <a:rPr lang="en-US" sz="1600" dirty="0"/>
              <a:t>Luke Ruffing</a:t>
            </a:r>
            <a:br>
              <a:rPr lang="en-US" sz="1600" dirty="0"/>
            </a:br>
            <a:r>
              <a:rPr lang="en-US" sz="1600" dirty="0"/>
              <a:t>Evan Thompson</a:t>
            </a:r>
            <a:br>
              <a:rPr lang="en-US" sz="1600" dirty="0"/>
            </a:br>
            <a:r>
              <a:rPr lang="en-US" sz="1600" dirty="0"/>
              <a:t> </a:t>
            </a:r>
            <a:br>
              <a:rPr lang="en-US" sz="1600" dirty="0"/>
            </a:br>
            <a:endParaRPr lang="en-US" sz="1600" dirty="0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F1DF5240-130E-D309-6941-B5CD128879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13388"/>
            <a:ext cx="9144000" cy="652462"/>
          </a:xfrm>
        </p:spPr>
        <p:txBody>
          <a:bodyPr>
            <a:normAutofit fontScale="77500" lnSpcReduction="20000"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Course: CMSC-4200-AI</a:t>
            </a:r>
          </a:p>
          <a:p>
            <a:pPr algn="ctr"/>
            <a:r>
              <a:rPr lang="en-US" dirty="0"/>
              <a:t> Pennsylvania Western University- Spring 2026</a:t>
            </a:r>
          </a:p>
        </p:txBody>
      </p:sp>
    </p:spTree>
    <p:extLst>
      <p:ext uri="{BB962C8B-B14F-4D97-AF65-F5344CB8AC3E}">
        <p14:creationId xmlns:p14="http://schemas.microsoft.com/office/powerpoint/2010/main" val="21446036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EA85E8-01FB-8E12-4E0B-4BEF5FD40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/>
              <a:t>Project Description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4C7DE-8123-211E-1B65-93CCDA8F9A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dirty="0"/>
              <a:t>Is AI is capable of providing and designing encryption solutions when given a computational time constraint.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0044185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852955-2551-12FF-6416-32BAB737F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sz="4800"/>
              <a:t>Problem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C4AAB4-32DD-0202-4047-F9245BE2A8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endParaRPr lang="en-US" sz="240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7955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DA718D0-4865-4629-8134-44F68D41D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5167ED7-6315-43AB-B1B6-C326D5FD8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F4D8839-FB03-487D-ACC8-8BFEDD4FEB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EF75023-9A3B-42FC-B704-61A8F7BEF4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922919"/>
            <a:ext cx="11111729" cy="546125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7CB9DD-52FB-113D-526B-B6459D63D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2963" y="1238080"/>
            <a:ext cx="9849751" cy="1349671"/>
          </a:xfrm>
        </p:spPr>
        <p:txBody>
          <a:bodyPr anchor="b">
            <a:normAutofit/>
          </a:bodyPr>
          <a:lstStyle/>
          <a:p>
            <a:r>
              <a:rPr lang="en-US" sz="5400"/>
              <a:t>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A5AC6E-1FD2-A32F-E33D-B1050BE41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9304" y="2902913"/>
            <a:ext cx="9849751" cy="3032168"/>
          </a:xfrm>
        </p:spPr>
        <p:txBody>
          <a:bodyPr anchor="ctr">
            <a:normAutofit/>
          </a:bodyPr>
          <a:lstStyle/>
          <a:p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2155978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83656-AE5C-749F-AE82-3A991804C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B5BB2B-33D5-7DAB-4EE1-EC237C024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0252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E5507-7BEB-1D01-5229-134196AE5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ChatGPT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BEB13-E101-00CE-9CC4-735B136CA6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1711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7A8E0-F0A6-5E5A-3E17-D07C1F19C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Gemini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791DBB-FB15-BF48-6EB7-466FA6DC6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246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721CE-7FDB-6F1E-862D-17EEEB49D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Copilot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AB5C8-28F5-9043-0482-85B2C28C35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1834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E0BBA-7667-2FF9-EF48-9DA6C79DD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5E4EA9-D4C9-C153-9C80-F53A74AACE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Limitations</a:t>
            </a:r>
          </a:p>
          <a:p>
            <a:pPr lvl="1"/>
            <a:r>
              <a:rPr lang="en-US" dirty="0"/>
              <a:t>reasons</a:t>
            </a:r>
          </a:p>
          <a:p>
            <a:r>
              <a:rPr lang="en-US" dirty="0"/>
              <a:t>Success rates</a:t>
            </a:r>
          </a:p>
          <a:p>
            <a:r>
              <a:rPr lang="en-US" dirty="0"/>
              <a:t>Solve both basic and complex problems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43081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01E8D-68C8-D6F0-81C8-63C5F6974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2174E-B03B-5BA6-1C84-A4132D40EE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94433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BC2BD-D5AB-40B6-2E42-FE395BB94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753B54-4189-67D7-E701-C4A7EDD0EF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9226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5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072B62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</TotalTime>
  <Words>76</Words>
  <Application>Microsoft Office PowerPoint</Application>
  <PresentationFormat>Widescreen</PresentationFormat>
  <Paragraphs>20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Security vs. Speed: </vt:lpstr>
      <vt:lpstr>Project Description</vt:lpstr>
      <vt:lpstr>Problem Types</vt:lpstr>
      <vt:lpstr>Approach</vt:lpstr>
      <vt:lpstr>AI Tools</vt:lpstr>
      <vt:lpstr>ChatGPT</vt:lpstr>
      <vt:lpstr>Gemini</vt:lpstr>
      <vt:lpstr>Copilot</vt:lpstr>
      <vt:lpstr>observations</vt:lpstr>
      <vt:lpstr>Recommendations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Margo Bonal</cp:lastModifiedBy>
  <cp:revision>1</cp:revision>
  <dcterms:created xsi:type="dcterms:W3CDTF">2026-03-08T14:28:48Z</dcterms:created>
  <dcterms:modified xsi:type="dcterms:W3CDTF">2026-03-14T15:56:52Z</dcterms:modified>
</cp:coreProperties>
</file>