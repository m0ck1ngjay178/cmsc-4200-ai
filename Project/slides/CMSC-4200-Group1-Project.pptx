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9" r:id="rId1"/>
    <p:sldMasterId id="2147483917" r:id="rId2"/>
  </p:sldMasterIdLst>
  <p:notesMasterIdLst>
    <p:notesMasterId r:id="rId18"/>
  </p:notesMasterIdLst>
  <p:sldIdLst>
    <p:sldId id="271" r:id="rId3"/>
    <p:sldId id="258" r:id="rId4"/>
    <p:sldId id="295" r:id="rId5"/>
    <p:sldId id="277" r:id="rId6"/>
    <p:sldId id="294" r:id="rId7"/>
    <p:sldId id="296" r:id="rId8"/>
    <p:sldId id="284" r:id="rId9"/>
    <p:sldId id="288" r:id="rId10"/>
    <p:sldId id="285" r:id="rId11"/>
    <p:sldId id="297" r:id="rId12"/>
    <p:sldId id="298" r:id="rId13"/>
    <p:sldId id="286" r:id="rId14"/>
    <p:sldId id="266" r:id="rId15"/>
    <p:sldId id="267" r:id="rId16"/>
    <p:sldId id="29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218" dt="2026-03-30T20:40:52.4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43" autoAdjust="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015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sldOrd addMainMaster delMainMaster modMainMaster">
      <pc:chgData name="Margo Bonal" userId="18c9fa0f-b53d-478b-9dc0-6ad88786c19f" providerId="ADAL" clId="{93D479E5-F67F-4B8A-A78F-A0B574A116B6}" dt="2026-03-30T20:41:06.941" v="3156" actId="2696"/>
      <pc:docMkLst>
        <pc:docMk/>
      </pc:docMkLst>
      <pc:sldChg chg="addSp delSp modSp new add del mod setBg">
        <pc:chgData name="Margo Bonal" userId="18c9fa0f-b53d-478b-9dc0-6ad88786c19f" providerId="ADAL" clId="{93D479E5-F67F-4B8A-A78F-A0B574A116B6}" dt="2026-03-30T20:35:50.209" v="3125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2004418569" sldId="258"/>
            <ac:spMk id="2" creationId="{00EA85E8-01FB-8E12-4E0B-4BEF5FD40E7E}"/>
          </ac:spMkLst>
        </pc:spChg>
        <pc:graphicFrameChg chg="add mod modGraphic">
          <ac:chgData name="Margo Bonal" userId="18c9fa0f-b53d-478b-9dc0-6ad88786c19f" providerId="ADAL" clId="{93D479E5-F67F-4B8A-A78F-A0B574A116B6}" dt="2026-03-30T19:20:11.125" v="2925"/>
          <ac:graphicFrameMkLst>
            <pc:docMk/>
            <pc:sldMk cId="2004418569" sldId="258"/>
            <ac:graphicFrameMk id="16" creationId="{726F1BD9-27E2-2783-22C4-708E5875FC4D}"/>
          </ac:graphicFrameMkLst>
        </pc:graphicFrameChg>
      </pc:sldChg>
      <pc:sldChg chg="addSp delSp modSp new del mod setBg delDesignElem">
        <pc:chgData name="Margo Bonal" userId="18c9fa0f-b53d-478b-9dc0-6ad88786c19f" providerId="ADAL" clId="{93D479E5-F67F-4B8A-A78F-A0B574A116B6}" dt="2026-03-30T19:26:59.863" v="2961" actId="2696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30T19:23:42.034" v="2941" actId="26606"/>
          <ac:spMkLst>
            <pc:docMk/>
            <pc:sldMk cId="1605171173" sldId="263"/>
            <ac:spMk id="2" creationId="{817E5507-7BEB-1D01-5229-134196AE5F70}"/>
          </ac:spMkLst>
        </pc:spChg>
        <pc:spChg chg="add del mod">
          <ac:chgData name="Margo Bonal" userId="18c9fa0f-b53d-478b-9dc0-6ad88786c19f" providerId="ADAL" clId="{93D479E5-F67F-4B8A-A78F-A0B574A116B6}" dt="2026-03-30T19:23:45.408" v="2944" actId="26606"/>
          <ac:spMkLst>
            <pc:docMk/>
            <pc:sldMk cId="1605171173" sldId="263"/>
            <ac:spMk id="3" creationId="{10ABEB13-E101-00CE-9CC4-735B136CA6F3}"/>
          </ac:spMkLst>
        </pc:spChg>
        <pc:grpChg chg="add del">
          <ac:chgData name="Margo Bonal" userId="18c9fa0f-b53d-478b-9dc0-6ad88786c19f" providerId="ADAL" clId="{93D479E5-F67F-4B8A-A78F-A0B574A116B6}" dt="2026-03-30T19:15:44.664" v="2870" actId="26606"/>
          <ac:grpSpMkLst>
            <pc:docMk/>
            <pc:sldMk cId="1605171173" sldId="263"/>
            <ac:grpSpMk id="1036" creationId="{851F9572-54D5-457A-BA34-C395A478A4FA}"/>
          </ac:grpSpMkLst>
        </pc:grpChg>
        <pc:grpChg chg="add del">
          <ac:chgData name="Margo Bonal" userId="18c9fa0f-b53d-478b-9dc0-6ad88786c19f" providerId="ADAL" clId="{93D479E5-F67F-4B8A-A78F-A0B574A116B6}" dt="2026-03-30T19:15:44.664" v="2870" actId="26606"/>
          <ac:grpSpMkLst>
            <pc:docMk/>
            <pc:sldMk cId="1605171173" sldId="263"/>
            <ac:grpSpMk id="1037" creationId="{06A80B50-DCB4-4775-9C8E-7AF0F56803E9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605171173" sldId="263"/>
            <ac:grpSpMk id="103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605171173" sldId="263"/>
            <ac:grpSpMk id="1043" creationId="{15502586-682B-4EDF-9515-674BB4E1CD13}"/>
          </ac:grpSpMkLst>
        </pc:grpChg>
        <pc:grpChg chg="add del">
          <ac:chgData name="Margo Bonal" userId="18c9fa0f-b53d-478b-9dc0-6ad88786c19f" providerId="ADAL" clId="{93D479E5-F67F-4B8A-A78F-A0B574A116B6}" dt="2026-03-30T19:15:55.750" v="2872" actId="26606"/>
          <ac:grpSpMkLst>
            <pc:docMk/>
            <pc:sldMk cId="1605171173" sldId="263"/>
            <ac:grpSpMk id="1099" creationId="{9C9A395D-0E3C-47A2-BD3C-E0B63FFEB93B}"/>
          </ac:grpSpMkLst>
        </pc:grpChg>
        <pc:grpChg chg="add del">
          <ac:chgData name="Margo Bonal" userId="18c9fa0f-b53d-478b-9dc0-6ad88786c19f" providerId="ADAL" clId="{93D479E5-F67F-4B8A-A78F-A0B574A116B6}" dt="2026-03-30T19:15:55.750" v="2872" actId="26606"/>
          <ac:grpSpMkLst>
            <pc:docMk/>
            <pc:sldMk cId="1605171173" sldId="263"/>
            <ac:grpSpMk id="1101" creationId="{1D4E244F-B3CC-4EA6-AEF8-9C10A9F2D650}"/>
          </ac:grpSpMkLst>
        </pc:grpChg>
        <pc:grpChg chg="add del">
          <ac:chgData name="Margo Bonal" userId="18c9fa0f-b53d-478b-9dc0-6ad88786c19f" providerId="ADAL" clId="{93D479E5-F67F-4B8A-A78F-A0B574A116B6}" dt="2026-03-30T19:15:58.091" v="2874" actId="26606"/>
          <ac:grpSpMkLst>
            <pc:docMk/>
            <pc:sldMk cId="1605171173" sldId="263"/>
            <ac:grpSpMk id="1128" creationId="{851F9572-54D5-457A-BA34-C395A478A4FA}"/>
          </ac:grpSpMkLst>
        </pc:grpChg>
        <pc:grpChg chg="add del">
          <ac:chgData name="Margo Bonal" userId="18c9fa0f-b53d-478b-9dc0-6ad88786c19f" providerId="ADAL" clId="{93D479E5-F67F-4B8A-A78F-A0B574A116B6}" dt="2026-03-30T19:15:58.091" v="2874" actId="26606"/>
          <ac:grpSpMkLst>
            <pc:docMk/>
            <pc:sldMk cId="1605171173" sldId="263"/>
            <ac:grpSpMk id="1129" creationId="{06A80B50-DCB4-4775-9C8E-7AF0F56803E9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31" creationId="{4522F6F2-D276-4B44-927D-595B62E8F527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33" creationId="{9A210947-19DD-4D82-9001-EB4FD3CA889B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90" creationId="{4522F6F2-D276-4B44-927D-595B62E8F527}"/>
          </ac:grpSpMkLst>
        </pc:grpChg>
        <pc:grpChg chg="add del">
          <ac:chgData name="Margo Bonal" userId="18c9fa0f-b53d-478b-9dc0-6ad88786c19f" providerId="ADAL" clId="{93D479E5-F67F-4B8A-A78F-A0B574A116B6}" dt="2026-03-30T19:23:45.408" v="2944" actId="26606"/>
          <ac:grpSpMkLst>
            <pc:docMk/>
            <pc:sldMk cId="1605171173" sldId="263"/>
            <ac:grpSpMk id="1192" creationId="{9A210947-19DD-4D82-9001-EB4FD3CA889B}"/>
          </ac:grpSpMkLst>
        </pc:grpChg>
        <pc:graphicFrameChg chg="add del">
          <ac:chgData name="Margo Bonal" userId="18c9fa0f-b53d-478b-9dc0-6ad88786c19f" providerId="ADAL" clId="{93D479E5-F67F-4B8A-A78F-A0B574A116B6}" dt="2026-03-30T19:23:45.408" v="2944" actId="26606"/>
          <ac:graphicFrameMkLst>
            <pc:docMk/>
            <pc:sldMk cId="1605171173" sldId="263"/>
            <ac:graphicFrameMk id="1189" creationId="{55B18772-9E65-FFCD-28C1-B065433243E3}"/>
          </ac:graphicFrameMkLst>
        </pc:graphicFrameChg>
        <pc:picChg chg="mod ord">
          <ac:chgData name="Margo Bonal" userId="18c9fa0f-b53d-478b-9dc0-6ad88786c19f" providerId="ADAL" clId="{93D479E5-F67F-4B8A-A78F-A0B574A116B6}" dt="2026-03-30T19:23:42.034" v="2941" actId="26606"/>
          <ac:picMkLst>
            <pc:docMk/>
            <pc:sldMk cId="1605171173" sldId="263"/>
            <ac:picMk id="1034" creationId="{7D468073-A7AC-D5AC-198E-D4A555D4B581}"/>
          </ac:picMkLst>
        </pc:picChg>
        <pc:picChg chg="mod replId">
          <ac:chgData name="Margo Bonal" userId="18c9fa0f-b53d-478b-9dc0-6ad88786c19f" providerId="ADAL" clId="{93D479E5-F67F-4B8A-A78F-A0B574A116B6}" dt="2026-03-30T19:23:45.408" v="2944" actId="26606"/>
          <ac:picMkLst>
            <pc:docMk/>
            <pc:sldMk cId="1605171173" sldId="263"/>
            <ac:picMk id="1041" creationId="{7C16C621-4F51-4093-B639-5E04CF0EA567}"/>
          </ac:picMkLst>
        </pc:picChg>
      </pc:sldChg>
      <pc:sldChg chg="addSp delSp modSp new mod setBg delDesignElem">
        <pc:chgData name="Margo Bonal" userId="18c9fa0f-b53d-478b-9dc0-6ad88786c19f" providerId="ADAL" clId="{93D479E5-F67F-4B8A-A78F-A0B574A116B6}" dt="2026-03-30T20:28:40.626" v="3010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30T19:02:29.694" v="2815" actId="26606"/>
          <ac:spMkLst>
            <pc:docMk/>
            <pc:sldMk cId="3814308155" sldId="266"/>
            <ac:spMk id="2" creationId="{8C0E0BBA-7667-2FF9-EF48-9DA6C79DDF2B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3814308155" sldId="266"/>
            <ac:spMk id="9" creationId="{54B9C16B-AC4A-44ED-9075-F76549B46E7C}"/>
          </ac:spMkLst>
        </pc:spChg>
        <pc:spChg chg="add del">
          <ac:chgData name="Margo Bonal" userId="18c9fa0f-b53d-478b-9dc0-6ad88786c19f" providerId="ADAL" clId="{93D479E5-F67F-4B8A-A78F-A0B574A116B6}" dt="2026-03-30T19:20:11.125" v="2925"/>
          <ac:spMkLst>
            <pc:docMk/>
            <pc:sldMk cId="3814308155" sldId="266"/>
            <ac:spMk id="10" creationId="{5BE62A68-92FB-4DA6-B1D6-FA043544A9A9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3814308155" sldId="266"/>
            <ac:spMk id="42" creationId="{B53044DC-4918-43DA-B49D-91673C6C9485}"/>
          </ac:spMkLst>
        </pc:spChg>
        <pc:spChg chg="add del">
          <ac:chgData name="Margo Bonal" userId="18c9fa0f-b53d-478b-9dc0-6ad88786c19f" providerId="ADAL" clId="{93D479E5-F67F-4B8A-A78F-A0B574A116B6}" dt="2026-03-30T19:20:11.125" v="2925"/>
          <ac:spMkLst>
            <pc:docMk/>
            <pc:sldMk cId="3814308155" sldId="266"/>
            <ac:spMk id="43" creationId="{7C30BDFE-E13B-4CD1-9371-FAEDFF80CD7D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814308155" sldId="266"/>
            <ac:grpSpMk id="11" creationId="{62A2FEB6-F419-4684-9ABC-9E32E012E8B7}"/>
          </ac:grpSpMkLst>
        </pc:gr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3814308155" sldId="266"/>
            <ac:grpSpMk id="14" creationId="{03CA880E-A155-41A2-B87D-21AC3CE33317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814308155" sldId="266"/>
            <ac:grpSpMk id="44" creationId="{1DCE6B36-1420-43AB-86CF-4E653A517B9C}"/>
          </ac:grpSpMkLst>
        </pc:gr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3814308155" sldId="266"/>
            <ac:grpSpMk id="45" creationId="{A847D4E2-EA7B-40EF-8062-D1FAF838F65F}"/>
          </ac:grpSpMkLst>
        </pc:grpChg>
        <pc:graphicFrameChg chg="mod modGraphic">
          <ac:chgData name="Margo Bonal" userId="18c9fa0f-b53d-478b-9dc0-6ad88786c19f" providerId="ADAL" clId="{93D479E5-F67F-4B8A-A78F-A0B574A116B6}" dt="2026-03-30T19:30:29.194" v="2978"/>
          <ac:graphicFrameMkLst>
            <pc:docMk/>
            <pc:sldMk cId="3814308155" sldId="266"/>
            <ac:graphicFrameMk id="5" creationId="{40372A87-55FB-74AF-63D0-AA8FDE22CEF9}"/>
          </ac:graphicFrameMkLst>
        </pc:graphicFrameChg>
        <pc:picChg chg="add del">
          <ac:chgData name="Margo Bonal" userId="18c9fa0f-b53d-478b-9dc0-6ad88786c19f" providerId="ADAL" clId="{93D479E5-F67F-4B8A-A78F-A0B574A116B6}" dt="2026-03-30T19:20:11.125" v="2925"/>
          <ac:picMkLst>
            <pc:docMk/>
            <pc:sldMk cId="3814308155" sldId="266"/>
            <ac:picMk id="12" creationId="{10A6DFCC-5864-48A7-8196-CBCF038BB88B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3814308155" sldId="266"/>
            <ac:picMk id="40" creationId="{3E94A106-9341-485C-9057-9D62B2BD083F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3814308155" sldId="266"/>
            <ac:picMk id="73" creationId="{9BE36DBF-0333-4D36-A5BF-81FDA2406FE9}"/>
          </ac:picMkLst>
        </pc:picChg>
      </pc:sldChg>
      <pc:sldChg chg="addSp delSp modSp new mod setBg setClrOvrMap delDesignElem">
        <pc:chgData name="Margo Bonal" userId="18c9fa0f-b53d-478b-9dc0-6ad88786c19f" providerId="ADAL" clId="{93D479E5-F67F-4B8A-A78F-A0B574A116B6}" dt="2026-03-30T20:38:15.049" v="3145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2" creationId="{45E01E8D-68C8-D6F0-81C8-63C5F69745F8}"/>
          </ac:spMkLst>
        </pc:spChg>
        <pc:spChg chg="add del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7" creationId="{01F67CC9-D773-4B4B-8A55-D5DAEC3414BD}"/>
          </ac:spMkLst>
        </pc:spChg>
        <pc:spChg chg="add del">
          <ac:chgData name="Margo Bonal" userId="18c9fa0f-b53d-478b-9dc0-6ad88786c19f" providerId="ADAL" clId="{93D479E5-F67F-4B8A-A78F-A0B574A116B6}" dt="2026-03-30T19:30:56.729" v="2982" actId="26606"/>
          <ac:spMkLst>
            <pc:docMk/>
            <pc:sldMk cId="4119443303" sldId="267"/>
            <ac:spMk id="9" creationId="{01F67CC9-D773-4B4B-8A55-D5DAEC3414BD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119443303" sldId="267"/>
            <ac:spMk id="10" creationId="{54B9C16B-AC4A-44ED-9075-F76549B46E7C}"/>
          </ac:spMkLst>
        </pc:spChg>
        <pc:spChg chg="add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11" creationId="{4E5D51F4-4B2C-4E92-AD42-C0F8079BD222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119443303" sldId="267"/>
            <ac:spMk id="43" creationId="{B53044DC-4918-43DA-B49D-91673C6C9485}"/>
          </ac:spMkLst>
        </pc:spChg>
        <pc:spChg chg="add">
          <ac:chgData name="Margo Bonal" userId="18c9fa0f-b53d-478b-9dc0-6ad88786c19f" providerId="ADAL" clId="{93D479E5-F67F-4B8A-A78F-A0B574A116B6}" dt="2026-03-30T19:31:06.746" v="2987" actId="26606"/>
          <ac:spMkLst>
            <pc:docMk/>
            <pc:sldMk cId="4119443303" sldId="267"/>
            <ac:spMk id="44" creationId="{4C3D77CC-6916-4BF8-8CDF-71E4BF2E662F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119443303" sldId="267"/>
            <ac:grpSpMk id="12" creationId="{62A2FEB6-F419-4684-9ABC-9E32E012E8B7}"/>
          </ac:grpSpMkLst>
        </pc:grpChg>
        <pc:grpChg chg="add">
          <ac:chgData name="Margo Bonal" userId="18c9fa0f-b53d-478b-9dc0-6ad88786c19f" providerId="ADAL" clId="{93D479E5-F67F-4B8A-A78F-A0B574A116B6}" dt="2026-03-30T19:31:06.746" v="2987" actId="26606"/>
          <ac:grpSpMkLst>
            <pc:docMk/>
            <pc:sldMk cId="4119443303" sldId="267"/>
            <ac:grpSpMk id="14" creationId="{B90ADF90-29DF-49C2-92C5-E75C306EDEB6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119443303" sldId="267"/>
            <ac:grpSpMk id="45" creationId="{1DCE6B36-1420-43AB-86CF-4E653A517B9C}"/>
          </ac:grpSpMkLst>
        </pc:grpChg>
        <pc:grpChg chg="add">
          <ac:chgData name="Margo Bonal" userId="18c9fa0f-b53d-478b-9dc0-6ad88786c19f" providerId="ADAL" clId="{93D479E5-F67F-4B8A-A78F-A0B574A116B6}" dt="2026-03-30T19:31:06.746" v="2987" actId="26606"/>
          <ac:grpSpMkLst>
            <pc:docMk/>
            <pc:sldMk cId="4119443303" sldId="267"/>
            <ac:grpSpMk id="47" creationId="{96E8897B-113F-4BE0-A8B0-6467E5A2E03E}"/>
          </ac:grpSpMkLst>
        </pc:grpChg>
        <pc:graphicFrameChg chg="add mod modGraphic">
          <ac:chgData name="Margo Bonal" userId="18c9fa0f-b53d-478b-9dc0-6ad88786c19f" providerId="ADAL" clId="{93D479E5-F67F-4B8A-A78F-A0B574A116B6}" dt="2026-03-30T19:31:06.746" v="2987" actId="26606"/>
          <ac:graphicFrameMkLst>
            <pc:docMk/>
            <pc:sldMk cId="4119443303" sldId="267"/>
            <ac:graphicFrameMk id="5" creationId="{CF8D51C6-38B2-81C2-EB43-6EA0B62009E4}"/>
          </ac:graphicFrameMkLst>
        </pc:graphicFrame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119443303" sldId="267"/>
            <ac:picMk id="41" creationId="{3E94A106-9341-485C-9057-9D62B2BD083F}"/>
          </ac:picMkLst>
        </pc:picChg>
        <pc:picChg chg="add">
          <ac:chgData name="Margo Bonal" userId="18c9fa0f-b53d-478b-9dc0-6ad88786c19f" providerId="ADAL" clId="{93D479E5-F67F-4B8A-A78F-A0B574A116B6}" dt="2026-03-30T19:31:06.746" v="2987" actId="26606"/>
          <ac:picMkLst>
            <pc:docMk/>
            <pc:sldMk cId="4119443303" sldId="267"/>
            <ac:picMk id="42" creationId="{E642A42B-C95B-433E-9A81-2174F72875CE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119443303" sldId="267"/>
            <ac:picMk id="74" creationId="{9BE36DBF-0333-4D36-A5BF-81FDA2406FE9}"/>
          </ac:picMkLst>
        </pc:picChg>
        <pc:picChg chg="add">
          <ac:chgData name="Margo Bonal" userId="18c9fa0f-b53d-478b-9dc0-6ad88786c19f" providerId="ADAL" clId="{93D479E5-F67F-4B8A-A78F-A0B574A116B6}" dt="2026-03-30T19:31:06.746" v="2987" actId="26606"/>
          <ac:picMkLst>
            <pc:docMk/>
            <pc:sldMk cId="4119443303" sldId="267"/>
            <ac:picMk id="76" creationId="{B9535DE4-FAFA-446C-A46C-F06D18D30564}"/>
          </ac:picMkLst>
        </pc:picChg>
      </pc:sldChg>
      <pc:sldChg chg="addSp delSp modSp new del mod setBg delDesignElem">
        <pc:chgData name="Margo Bonal" userId="18c9fa0f-b53d-478b-9dc0-6ad88786c19f" providerId="ADAL" clId="{93D479E5-F67F-4B8A-A78F-A0B574A116B6}" dt="2026-03-30T18:58:59.773" v="2765" actId="2696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30T18:55:39.584" v="2739" actId="207"/>
          <ac:spMkLst>
            <pc:docMk/>
            <pc:sldMk cId="472922610" sldId="268"/>
            <ac:spMk id="2" creationId="{8F6BC2BD-D5AB-40B6-2E42-FE395BB94CFD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72922610" sldId="268"/>
            <ac:spMk id="9" creationId="{54B9C16B-AC4A-44ED-9075-F76549B46E7C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472922610" sldId="268"/>
            <ac:spMk id="42" creationId="{B53044DC-4918-43DA-B49D-91673C6C9485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72922610" sldId="268"/>
            <ac:grpSpMk id="11" creationId="{62A2FEB6-F419-4684-9ABC-9E32E012E8B7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472922610" sldId="268"/>
            <ac:grpSpMk id="44" creationId="{1DCE6B36-1420-43AB-86CF-4E653A517B9C}"/>
          </ac:grpSpMkLst>
        </pc:grp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72922610" sldId="268"/>
            <ac:picMk id="40" creationId="{3E94A106-9341-485C-9057-9D62B2BD083F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472922610" sldId="268"/>
            <ac:picMk id="73" creationId="{9BE36DBF-0333-4D36-A5BF-81FDA2406FE9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3-30T20:35:11.326" v="3120"/>
        <pc:sldMkLst>
          <pc:docMk/>
          <pc:sldMk cId="2732488591" sldId="271"/>
        </pc:sldMkLst>
        <pc:spChg chg="add del mod">
          <ac:chgData name="Margo Bonal" userId="18c9fa0f-b53d-478b-9dc0-6ad88786c19f" providerId="ADAL" clId="{93D479E5-F67F-4B8A-A78F-A0B574A116B6}" dt="2026-03-30T19:00:24.591" v="2776" actId="2711"/>
          <ac:spMkLst>
            <pc:docMk/>
            <pc:sldMk cId="2732488591" sldId="271"/>
            <ac:spMk id="2" creationId="{3801A0EF-972C-D338-6333-39800DF6F1CF}"/>
          </ac:spMkLst>
        </pc:spChg>
        <pc:spChg chg="mod">
          <ac:chgData name="Margo Bonal" userId="18c9fa0f-b53d-478b-9dc0-6ad88786c19f" providerId="ADAL" clId="{93D479E5-F67F-4B8A-A78F-A0B574A116B6}" dt="2026-03-30T19:10:36.707" v="2837" actId="20577"/>
          <ac:spMkLst>
            <pc:docMk/>
            <pc:sldMk cId="2732488591" sldId="271"/>
            <ac:spMk id="3" creationId="{B41390D8-00E3-4E00-622B-469D67983D42}"/>
          </ac:spMkLst>
        </pc:spChg>
      </pc:sldChg>
      <pc:sldChg chg="addSp delSp modSp new del mod setBg">
        <pc:chgData name="Margo Bonal" userId="18c9fa0f-b53d-478b-9dc0-6ad88786c19f" providerId="ADAL" clId="{93D479E5-F67F-4B8A-A78F-A0B574A116B6}" dt="2026-03-30T19:29:32.900" v="2974" actId="2696"/>
        <pc:sldMkLst>
          <pc:docMk/>
          <pc:sldMk cId="1426557120" sldId="275"/>
        </pc:sldMkLst>
        <pc:graphicFrameChg chg="add mod modGraphic">
          <ac:chgData name="Margo Bonal" userId="18c9fa0f-b53d-478b-9dc0-6ad88786c19f" providerId="ADAL" clId="{93D479E5-F67F-4B8A-A78F-A0B574A116B6}" dt="2026-03-30T19:09:44.605" v="2834" actId="12269"/>
          <ac:graphicFrameMkLst>
            <pc:docMk/>
            <pc:sldMk cId="1426557120" sldId="275"/>
            <ac:graphicFrameMk id="29" creationId="{800BDBBA-D667-3711-5172-9DCBB8455FF0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3-30T20:35:59.280" v="3126"/>
        <pc:sldMkLst>
          <pc:docMk/>
          <pc:sldMk cId="894408273" sldId="277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894408273" sldId="277"/>
            <ac:spMk id="4" creationId="{7F677E0F-BF91-66F8-3FE4-355A1391BB33}"/>
          </ac:spMkLst>
        </pc:spChg>
        <pc:spChg chg="add mod">
          <ac:chgData name="Margo Bonal" userId="18c9fa0f-b53d-478b-9dc0-6ad88786c19f" providerId="ADAL" clId="{93D479E5-F67F-4B8A-A78F-A0B574A116B6}" dt="2026-03-30T19:20:11.125" v="2925"/>
          <ac:spMkLst>
            <pc:docMk/>
            <pc:sldMk cId="894408273" sldId="277"/>
            <ac:spMk id="5" creationId="{7B150613-8BB7-CE2F-6F6A-702DE92CC6C2}"/>
          </ac:spMkLst>
        </pc:spChg>
        <pc:spChg chg="add mod">
          <ac:chgData name="Margo Bonal" userId="18c9fa0f-b53d-478b-9dc0-6ad88786c19f" providerId="ADAL" clId="{93D479E5-F67F-4B8A-A78F-A0B574A116B6}" dt="2026-03-20T14:08:27.226" v="2123" actId="1076"/>
          <ac:spMkLst>
            <pc:docMk/>
            <pc:sldMk cId="894408273" sldId="277"/>
            <ac:spMk id="6" creationId="{688944B4-2820-81D6-0EF2-EDD735756CA6}"/>
          </ac:spMkLst>
        </pc:spChg>
        <pc:spChg chg="add mod">
          <ac:chgData name="Margo Bonal" userId="18c9fa0f-b53d-478b-9dc0-6ad88786c19f" providerId="ADAL" clId="{93D479E5-F67F-4B8A-A78F-A0B574A116B6}" dt="2026-03-30T19:32:24.585" v="2991" actId="20577"/>
          <ac:spMkLst>
            <pc:docMk/>
            <pc:sldMk cId="894408273" sldId="277"/>
            <ac:spMk id="8" creationId="{60EA2BF6-99E8-2D98-E940-ED19A6922E58}"/>
          </ac:spMkLst>
        </pc:spChg>
        <pc:graphicFrameChg chg="add mod modGraphic">
          <ac:chgData name="Margo Bonal" userId="18c9fa0f-b53d-478b-9dc0-6ad88786c19f" providerId="ADAL" clId="{93D479E5-F67F-4B8A-A78F-A0B574A116B6}" dt="2026-03-30T20:32:57.634" v="3103" actId="12385"/>
          <ac:graphicFrameMkLst>
            <pc:docMk/>
            <pc:sldMk cId="894408273" sldId="277"/>
            <ac:graphicFrameMk id="7" creationId="{CC8A7EC2-18C5-CE9E-5EB7-BD96AEA308C7}"/>
          </ac:graphicFrameMkLst>
        </pc:graphicFrameChg>
      </pc:sldChg>
      <pc:sldChg chg="addSp delSp modSp add del mod ord setBg delDesignElem">
        <pc:chgData name="Margo Bonal" userId="18c9fa0f-b53d-478b-9dc0-6ad88786c19f" providerId="ADAL" clId="{93D479E5-F67F-4B8A-A78F-A0B574A116B6}" dt="2026-03-30T20:37:29.796" v="3142" actId="2696"/>
        <pc:sldMkLst>
          <pc:docMk/>
          <pc:sldMk cId="1364178525" sldId="281"/>
        </pc:sldMkLst>
        <pc:spChg chg="mod">
          <ac:chgData name="Margo Bonal" userId="18c9fa0f-b53d-478b-9dc0-6ad88786c19f" providerId="ADAL" clId="{93D479E5-F67F-4B8A-A78F-A0B574A116B6}" dt="2026-03-30T19:19:11.631" v="2913" actId="26606"/>
          <ac:spMkLst>
            <pc:docMk/>
            <pc:sldMk cId="1364178525" sldId="281"/>
            <ac:spMk id="2" creationId="{1BD4C61D-1E86-2376-656A-827728C4A2C2}"/>
          </ac:spMkLst>
        </pc:spChg>
        <pc:spChg chg="add mod">
          <ac:chgData name="Margo Bonal" userId="18c9fa0f-b53d-478b-9dc0-6ad88786c19f" providerId="ADAL" clId="{93D479E5-F67F-4B8A-A78F-A0B574A116B6}" dt="2026-03-30T19:20:11.125" v="2925"/>
          <ac:spMkLst>
            <pc:docMk/>
            <pc:sldMk cId="1364178525" sldId="281"/>
            <ac:spMk id="5" creationId="{105BD97F-88FC-7D2D-6D0A-263599A3073E}"/>
          </ac:spMkLst>
        </pc:s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1364178525" sldId="281"/>
            <ac:grpSpMk id="7" creationId="{4522F6F2-D276-4B44-927D-595B62E8F527}"/>
          </ac:grpSpMkLst>
        </pc:grpChg>
        <pc:grpChg chg="add del">
          <ac:chgData name="Margo Bonal" userId="18c9fa0f-b53d-478b-9dc0-6ad88786c19f" providerId="ADAL" clId="{93D479E5-F67F-4B8A-A78F-A0B574A116B6}" dt="2026-03-30T19:20:11.125" v="2925"/>
          <ac:grpSpMkLst>
            <pc:docMk/>
            <pc:sldMk cId="1364178525" sldId="281"/>
            <ac:grpSpMk id="8" creationId="{9A210947-19DD-4D82-9001-EB4FD3CA889B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364178525" sldId="281"/>
            <ac:grpSpMk id="10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364178525" sldId="281"/>
            <ac:grpSpMk id="14" creationId="{15502586-682B-4EDF-9515-674BB4E1CD13}"/>
          </ac:grpSpMkLst>
        </pc:grpChg>
        <pc:picChg chg="add del mod ord">
          <ac:chgData name="Margo Bonal" userId="18c9fa0f-b53d-478b-9dc0-6ad88786c19f" providerId="ADAL" clId="{93D479E5-F67F-4B8A-A78F-A0B574A116B6}" dt="2026-03-30T20:36:07.832" v="3127" actId="1076"/>
          <ac:picMkLst>
            <pc:docMk/>
            <pc:sldMk cId="1364178525" sldId="281"/>
            <ac:picMk id="3" creationId="{14A7F1B1-8E77-4F2E-BD49-ABEF3682FBA8}"/>
          </ac:picMkLst>
        </pc:picChg>
      </pc:sldChg>
      <pc:sldChg chg="delSp modSp del mod setBg delDesignElem">
        <pc:chgData name="Margo Bonal" userId="18c9fa0f-b53d-478b-9dc0-6ad88786c19f" providerId="ADAL" clId="{93D479E5-F67F-4B8A-A78F-A0B574A116B6}" dt="2026-03-30T20:41:06.941" v="3156" actId="2696"/>
        <pc:sldMkLst>
          <pc:docMk/>
          <pc:sldMk cId="3932995078" sldId="282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3932995078" sldId="282"/>
            <ac:spMk id="3" creationId="{27033F78-12A5-C599-2958-D2A9138E70D2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932995078" sldId="282"/>
            <ac:grpSpMk id="307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932995078" sldId="282"/>
            <ac:grpSpMk id="3083" creationId="{15502586-682B-4EDF-9515-674BB4E1CD13}"/>
          </ac:grpSpMkLst>
        </pc:grpChg>
        <pc:picChg chg="mod">
          <ac:chgData name="Margo Bonal" userId="18c9fa0f-b53d-478b-9dc0-6ad88786c19f" providerId="ADAL" clId="{93D479E5-F67F-4B8A-A78F-A0B574A116B6}" dt="2026-03-30T20:27:15.701" v="2996" actId="1076"/>
          <ac:picMkLst>
            <pc:docMk/>
            <pc:sldMk cId="3932995078" sldId="282"/>
            <ac:picMk id="3074" creationId="{74A24AE8-8923-AE71-4BBB-DD67728D6CB7}"/>
          </ac:picMkLst>
        </pc:picChg>
      </pc:sldChg>
      <pc:sldChg chg="delSp del setBg delDesignElem">
        <pc:chgData name="Margo Bonal" userId="18c9fa0f-b53d-478b-9dc0-6ad88786c19f" providerId="ADAL" clId="{93D479E5-F67F-4B8A-A78F-A0B574A116B6}" dt="2026-03-30T20:40:23.314" v="3154" actId="2696"/>
        <pc:sldMkLst>
          <pc:docMk/>
          <pc:sldMk cId="1221874192" sldId="283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221874192" sldId="283"/>
            <ac:grpSpMk id="10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221874192" sldId="283"/>
            <ac:grpSpMk id="14" creationId="{15502586-682B-4EDF-9515-674BB4E1CD13}"/>
          </ac:grpSpMkLst>
        </pc:grpChg>
      </pc:sldChg>
      <pc:sldChg chg="delSp modSp mod setBg delDesignElem">
        <pc:chgData name="Margo Bonal" userId="18c9fa0f-b53d-478b-9dc0-6ad88786c19f" providerId="ADAL" clId="{93D479E5-F67F-4B8A-A78F-A0B574A116B6}" dt="2026-03-30T20:36:54.946" v="3138"/>
        <pc:sldMkLst>
          <pc:docMk/>
          <pc:sldMk cId="3319310236" sldId="284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3319310236" sldId="284"/>
            <ac:spMk id="3" creationId="{E6346821-72B6-6500-0CD9-CBB4A9C4EFF9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319310236" sldId="284"/>
            <ac:grpSpMk id="2055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319310236" sldId="284"/>
            <ac:grpSpMk id="2059" creationId="{15502586-682B-4EDF-9515-674BB4E1CD13}"/>
          </ac:grpSpMkLst>
        </pc:grpChg>
      </pc:sldChg>
      <pc:sldChg chg="delSp setBg delDesignElem">
        <pc:chgData name="Margo Bonal" userId="18c9fa0f-b53d-478b-9dc0-6ad88786c19f" providerId="ADAL" clId="{93D479E5-F67F-4B8A-A78F-A0B574A116B6}" dt="2026-03-30T20:28:40.626" v="3010"/>
        <pc:sldMkLst>
          <pc:docMk/>
          <pc:sldMk cId="904554946" sldId="285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904554946" sldId="285"/>
            <ac:grpSpMk id="10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904554946" sldId="285"/>
            <ac:grpSpMk id="14" creationId="{15502586-682B-4EDF-9515-674BB4E1CD13}"/>
          </ac:grpSpMkLst>
        </pc:grpChg>
      </pc:sldChg>
      <pc:sldChg chg="delSp modSp mod setBg delDesignElem">
        <pc:chgData name="Margo Bonal" userId="18c9fa0f-b53d-478b-9dc0-6ad88786c19f" providerId="ADAL" clId="{93D479E5-F67F-4B8A-A78F-A0B574A116B6}" dt="2026-03-30T20:28:40.626" v="3010"/>
        <pc:sldMkLst>
          <pc:docMk/>
          <pc:sldMk cId="599274198" sldId="286"/>
        </pc:sldMkLst>
        <pc:spChg chg="mod">
          <ac:chgData name="Margo Bonal" userId="18c9fa0f-b53d-478b-9dc0-6ad88786c19f" providerId="ADAL" clId="{93D479E5-F67F-4B8A-A78F-A0B574A116B6}" dt="2026-03-30T19:30:11.437" v="2977" actId="20577"/>
          <ac:spMkLst>
            <pc:docMk/>
            <pc:sldMk cId="599274198" sldId="286"/>
            <ac:spMk id="2" creationId="{E45F4291-73EF-2FB7-E7EE-0F9478CDA4C7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599274198" sldId="286"/>
            <ac:spMk id="104" creationId="{54B9C16B-AC4A-44ED-9075-F76549B46E7C}"/>
          </ac:spMkLst>
        </pc:spChg>
        <pc:spChg chg="del">
          <ac:chgData name="Margo Bonal" userId="18c9fa0f-b53d-478b-9dc0-6ad88786c19f" providerId="ADAL" clId="{93D479E5-F67F-4B8A-A78F-A0B574A116B6}" dt="2026-03-30T18:52:49.191" v="2738"/>
          <ac:spMkLst>
            <pc:docMk/>
            <pc:sldMk cId="599274198" sldId="286"/>
            <ac:spMk id="137" creationId="{B53044DC-4918-43DA-B49D-91673C6C9485}"/>
          </ac:spMkLst>
        </pc:s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599274198" sldId="286"/>
            <ac:grpSpMk id="106" creationId="{62A2FEB6-F419-4684-9ABC-9E32E012E8B7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599274198" sldId="286"/>
            <ac:grpSpMk id="139" creationId="{1DCE6B36-1420-43AB-86CF-4E653A517B9C}"/>
          </ac:grpSpMkLst>
        </pc:grp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599274198" sldId="286"/>
            <ac:picMk id="135" creationId="{3E94A106-9341-485C-9057-9D62B2BD083F}"/>
          </ac:picMkLst>
        </pc:picChg>
        <pc:picChg chg="del">
          <ac:chgData name="Margo Bonal" userId="18c9fa0f-b53d-478b-9dc0-6ad88786c19f" providerId="ADAL" clId="{93D479E5-F67F-4B8A-A78F-A0B574A116B6}" dt="2026-03-30T18:52:49.191" v="2738"/>
          <ac:picMkLst>
            <pc:docMk/>
            <pc:sldMk cId="599274198" sldId="286"/>
            <ac:picMk id="168" creationId="{9BE36DBF-0333-4D36-A5BF-81FDA2406FE9}"/>
          </ac:picMkLst>
        </pc:picChg>
      </pc:sldChg>
      <pc:sldChg chg="delSp del delDesignElem">
        <pc:chgData name="Margo Bonal" userId="18c9fa0f-b53d-478b-9dc0-6ad88786c19f" providerId="ADAL" clId="{93D479E5-F67F-4B8A-A78F-A0B574A116B6}" dt="2026-03-30T19:27:03.528" v="2962" actId="2696"/>
        <pc:sldMkLst>
          <pc:docMk/>
          <pc:sldMk cId="1509852560" sldId="287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509852560" sldId="287"/>
            <ac:grpSpMk id="103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1509852560" sldId="287"/>
            <ac:grpSpMk id="1043" creationId="{15502586-682B-4EDF-9515-674BB4E1CD13}"/>
          </ac:grpSpMkLst>
        </pc:grpChg>
      </pc:sldChg>
      <pc:sldChg chg="delSp setBg delDesignElem">
        <pc:chgData name="Margo Bonal" userId="18c9fa0f-b53d-478b-9dc0-6ad88786c19f" providerId="ADAL" clId="{93D479E5-F67F-4B8A-A78F-A0B574A116B6}" dt="2026-03-30T20:28:40.626" v="3010"/>
        <pc:sldMkLst>
          <pc:docMk/>
          <pc:sldMk cId="2172855169" sldId="288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2172855169" sldId="288"/>
            <ac:grpSpMk id="2055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2172855169" sldId="288"/>
            <ac:grpSpMk id="2059" creationId="{15502586-682B-4EDF-9515-674BB4E1CD13}"/>
          </ac:grpSpMkLst>
        </pc:grpChg>
      </pc:sldChg>
      <pc:sldChg chg="delSp del setBg delDesignElem">
        <pc:chgData name="Margo Bonal" userId="18c9fa0f-b53d-478b-9dc0-6ad88786c19f" providerId="ADAL" clId="{93D479E5-F67F-4B8A-A78F-A0B574A116B6}" dt="2026-03-30T20:41:06.941" v="3156" actId="2696"/>
        <pc:sldMkLst>
          <pc:docMk/>
          <pc:sldMk cId="3062726429" sldId="289"/>
        </pc:sldMkLst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062726429" sldId="289"/>
            <ac:grpSpMk id="3079" creationId="{A0B38558-5389-4817-936F-FD62560CAC11}"/>
          </ac:grpSpMkLst>
        </pc:grpChg>
        <pc:grpChg chg="del">
          <ac:chgData name="Margo Bonal" userId="18c9fa0f-b53d-478b-9dc0-6ad88786c19f" providerId="ADAL" clId="{93D479E5-F67F-4B8A-A78F-A0B574A116B6}" dt="2026-03-30T18:52:49.191" v="2738"/>
          <ac:grpSpMkLst>
            <pc:docMk/>
            <pc:sldMk cId="3062726429" sldId="289"/>
            <ac:grpSpMk id="3083" creationId="{15502586-682B-4EDF-9515-674BB4E1CD13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3-30T20:30:23.849" v="3080"/>
        <pc:sldMkLst>
          <pc:docMk/>
          <pc:sldMk cId="3899756329" sldId="290"/>
        </pc:sldMkLst>
        <pc:spChg chg="mod">
          <ac:chgData name="Margo Bonal" userId="18c9fa0f-b53d-478b-9dc0-6ad88786c19f" providerId="ADAL" clId="{93D479E5-F67F-4B8A-A78F-A0B574A116B6}" dt="2026-03-30T19:20:11.125" v="2925"/>
          <ac:spMkLst>
            <pc:docMk/>
            <pc:sldMk cId="3899756329" sldId="290"/>
            <ac:spMk id="2" creationId="{BDB58C1E-B7B8-2905-4FE9-C1A09EC1FDC8}"/>
          </ac:spMkLst>
        </pc:spChg>
        <pc:spChg chg="del">
          <ac:chgData name="Margo Bonal" userId="18c9fa0f-b53d-478b-9dc0-6ad88786c19f" providerId="ADAL" clId="{93D479E5-F67F-4B8A-A78F-A0B574A116B6}" dt="2026-03-30T18:58:46.502" v="2763"/>
          <ac:spMkLst>
            <pc:docMk/>
            <pc:sldMk cId="3899756329" sldId="290"/>
            <ac:spMk id="3" creationId="{D0228CD4-F1DC-88B1-D562-95AB7A51BB58}"/>
          </ac:spMkLst>
        </pc:spChg>
        <pc:graphicFrameChg chg="add mod modGraphic">
          <ac:chgData name="Margo Bonal" userId="18c9fa0f-b53d-478b-9dc0-6ad88786c19f" providerId="ADAL" clId="{93D479E5-F67F-4B8A-A78F-A0B574A116B6}" dt="2026-03-30T19:20:11.125" v="2925"/>
          <ac:graphicFrameMkLst>
            <pc:docMk/>
            <pc:sldMk cId="3899756329" sldId="290"/>
            <ac:graphicFrameMk id="4" creationId="{353E3956-7DA5-3A7C-373F-A434B25DCB58}"/>
          </ac:graphicFrameMkLst>
        </pc:graphicFrameChg>
      </pc:sldChg>
      <pc:sldChg chg="new del">
        <pc:chgData name="Margo Bonal" userId="18c9fa0f-b53d-478b-9dc0-6ad88786c19f" providerId="ADAL" clId="{93D479E5-F67F-4B8A-A78F-A0B574A116B6}" dt="2026-03-30T19:17:17.220" v="2905" actId="2696"/>
        <pc:sldMkLst>
          <pc:docMk/>
          <pc:sldMk cId="4033553419" sldId="291"/>
        </pc:sldMkLst>
      </pc:sldChg>
      <pc:sldChg chg="addSp delSp modSp new del mod setBg">
        <pc:chgData name="Margo Bonal" userId="18c9fa0f-b53d-478b-9dc0-6ad88786c19f" providerId="ADAL" clId="{93D479E5-F67F-4B8A-A78F-A0B574A116B6}" dt="2026-03-30T19:26:46.789" v="2959" actId="2696"/>
        <pc:sldMkLst>
          <pc:docMk/>
          <pc:sldMk cId="2237873185" sldId="292"/>
        </pc:sldMkLst>
        <pc:spChg chg="add del mod">
          <ac:chgData name="Margo Bonal" userId="18c9fa0f-b53d-478b-9dc0-6ad88786c19f" providerId="ADAL" clId="{93D479E5-F67F-4B8A-A78F-A0B574A116B6}" dt="2026-03-30T19:21:42.585" v="2937" actId="478"/>
          <ac:spMkLst>
            <pc:docMk/>
            <pc:sldMk cId="2237873185" sldId="292"/>
            <ac:spMk id="2" creationId="{E5701E31-CBB3-6D89-E1AC-1FCE44D06B69}"/>
          </ac:spMkLst>
        </pc:spChg>
        <pc:spChg chg="add mod">
          <ac:chgData name="Margo Bonal" userId="18c9fa0f-b53d-478b-9dc0-6ad88786c19f" providerId="ADAL" clId="{93D479E5-F67F-4B8A-A78F-A0B574A116B6}" dt="2026-03-30T19:21:45.514" v="2938" actId="1076"/>
          <ac:spMkLst>
            <pc:docMk/>
            <pc:sldMk cId="2237873185" sldId="292"/>
            <ac:spMk id="4" creationId="{9B8F3C8D-DDBF-35C0-6C24-36D1C1DAF404}"/>
          </ac:spMkLst>
        </pc:spChg>
        <pc:spChg chg="add mod">
          <ac:chgData name="Margo Bonal" userId="18c9fa0f-b53d-478b-9dc0-6ad88786c19f" providerId="ADAL" clId="{93D479E5-F67F-4B8A-A78F-A0B574A116B6}" dt="2026-03-30T19:24:55.346" v="2951" actId="1076"/>
          <ac:spMkLst>
            <pc:docMk/>
            <pc:sldMk cId="2237873185" sldId="292"/>
            <ac:spMk id="5" creationId="{60FB3CBF-F178-D045-DE6C-710C5588D045}"/>
          </ac:spMkLst>
        </pc:spChg>
        <pc:picChg chg="add del mod">
          <ac:chgData name="Margo Bonal" userId="18c9fa0f-b53d-478b-9dc0-6ad88786c19f" providerId="ADAL" clId="{93D479E5-F67F-4B8A-A78F-A0B574A116B6}" dt="2026-03-30T19:20:31.535" v="2926" actId="478"/>
          <ac:picMkLst>
            <pc:docMk/>
            <pc:sldMk cId="2237873185" sldId="292"/>
            <ac:picMk id="3" creationId="{6A4686C9-1F93-4138-6104-C94323BDC417}"/>
          </ac:picMkLst>
        </pc:picChg>
      </pc:sldChg>
      <pc:sldChg chg="addSp delSp modSp new del mod modClrScheme chgLayout">
        <pc:chgData name="Margo Bonal" userId="18c9fa0f-b53d-478b-9dc0-6ad88786c19f" providerId="ADAL" clId="{93D479E5-F67F-4B8A-A78F-A0B574A116B6}" dt="2026-03-30T19:26:55.482" v="2960" actId="2696"/>
        <pc:sldMkLst>
          <pc:docMk/>
          <pc:sldMk cId="646873836" sldId="293"/>
        </pc:sldMkLst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2" creationId="{97DFE326-B96B-F38C-93FC-0D5435753CCF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3" creationId="{6B9BEF54-C2FC-8F52-1B85-6EC7258D1FE9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4" creationId="{9E8DAE22-70E8-9159-5395-F43B4939493B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5" creationId="{21800F18-0FE8-8D36-BA36-EC9B291753C3}"/>
          </ac:spMkLst>
        </pc:spChg>
        <pc:spChg chg="add del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6" creationId="{C36420C3-B9CB-4861-8E68-BCAFC54A2622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7" creationId="{8A6B5417-2CA8-48D5-EA39-DB190308DD5C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8" creationId="{A8110C11-E599-308C-AB08-1D21BC2E3D6D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9" creationId="{0534E105-525B-BACC-89BF-1CFBB41C2DB6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11" creationId="{0CD6BA0C-9F05-E040-66E3-CB0EA9BF79F8}"/>
          </ac:spMkLst>
        </pc:spChg>
        <pc:spChg chg="add mod ord">
          <ac:chgData name="Margo Bonal" userId="18c9fa0f-b53d-478b-9dc0-6ad88786c19f" providerId="ADAL" clId="{93D479E5-F67F-4B8A-A78F-A0B574A116B6}" dt="2026-03-30T19:24:46.633" v="2950" actId="700"/>
          <ac:spMkLst>
            <pc:docMk/>
            <pc:sldMk cId="646873836" sldId="293"/>
            <ac:spMk id="13" creationId="{A376440A-7683-C9DE-B952-0A9C6CCEA9A0}"/>
          </ac:spMkLst>
        </pc:spChg>
      </pc:sldChg>
      <pc:sldChg chg="addSp delSp modSp add del mod setBg delDesignElem">
        <pc:chgData name="Margo Bonal" userId="18c9fa0f-b53d-478b-9dc0-6ad88786c19f" providerId="ADAL" clId="{93D479E5-F67F-4B8A-A78F-A0B574A116B6}" dt="2026-03-30T19:26:40.498" v="2957"/>
        <pc:sldMkLst>
          <pc:docMk/>
          <pc:sldMk cId="182428404" sldId="294"/>
        </pc:sldMkLst>
        <pc:spChg chg="mod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2" creationId="{817E5507-7BEB-1D01-5229-134196AE5F70}"/>
          </ac:spMkLst>
        </pc:spChg>
        <pc:spChg chg="mod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3" creationId="{10ABEB13-E101-00CE-9CC4-735B136CA6F3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8" creationId="{09588DA8-065E-4F6F-8EFD-43104AB2E0CF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0" creationId="{C4285719-470E-454C-AF62-8323075F1F5B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2" creationId="{CD9FE4EF-C4D8-49A0-B2FF-81D8DB7D8A24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4" creationId="{4300840D-0A0B-4512-BACA-B439D5B9C57C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6" creationId="{D2B78728-A580-49A7-84F9-6EF6F583ADE0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18" creationId="{38FAA1A1-D861-433F-88FA-1E9D6FD31D11}"/>
          </ac:spMkLst>
        </pc:spChg>
        <pc:spChg chg="add del">
          <ac:chgData name="Margo Bonal" userId="18c9fa0f-b53d-478b-9dc0-6ad88786c19f" providerId="ADAL" clId="{93D479E5-F67F-4B8A-A78F-A0B574A116B6}" dt="2026-03-30T19:26:40.498" v="2957"/>
          <ac:spMkLst>
            <pc:docMk/>
            <pc:sldMk cId="182428404" sldId="294"/>
            <ac:spMk id="20" creationId="{8D71EDA1-87BF-4D5D-AB79-F346FD19278A}"/>
          </ac:spMkLst>
        </pc:spChg>
      </pc:sldChg>
      <pc:sldChg chg="addSp delSp modSp add ord setBg">
        <pc:chgData name="Margo Bonal" userId="18c9fa0f-b53d-478b-9dc0-6ad88786c19f" providerId="ADAL" clId="{93D479E5-F67F-4B8A-A78F-A0B574A116B6}" dt="2026-03-30T20:35:31.872" v="3124"/>
        <pc:sldMkLst>
          <pc:docMk/>
          <pc:sldMk cId="2062888224" sldId="294"/>
        </pc:sldMkLst>
        <pc:picChg chg="add del mod">
          <ac:chgData name="Margo Bonal" userId="18c9fa0f-b53d-478b-9dc0-6ad88786c19f" providerId="ADAL" clId="{93D479E5-F67F-4B8A-A78F-A0B574A116B6}" dt="2026-03-30T19:27:51.506" v="2972" actId="478"/>
          <ac:picMkLst>
            <pc:docMk/>
            <pc:sldMk cId="2062888224" sldId="294"/>
            <ac:picMk id="4" creationId="{654F27EA-2CAF-3EDE-2C5A-A5587BC3CAC8}"/>
          </ac:picMkLst>
        </pc:picChg>
      </pc:sldChg>
      <pc:sldChg chg="modSp add mod setBg">
        <pc:chgData name="Margo Bonal" userId="18c9fa0f-b53d-478b-9dc0-6ad88786c19f" providerId="ADAL" clId="{93D479E5-F67F-4B8A-A78F-A0B574A116B6}" dt="2026-03-30T20:32:16.994" v="3098" actId="20577"/>
        <pc:sldMkLst>
          <pc:docMk/>
          <pc:sldMk cId="1068043103" sldId="295"/>
        </pc:sldMkLst>
        <pc:spChg chg="mod">
          <ac:chgData name="Margo Bonal" userId="18c9fa0f-b53d-478b-9dc0-6ad88786c19f" providerId="ADAL" clId="{93D479E5-F67F-4B8A-A78F-A0B574A116B6}" dt="2026-03-30T20:32:16.994" v="3098" actId="20577"/>
          <ac:spMkLst>
            <pc:docMk/>
            <pc:sldMk cId="1068043103" sldId="295"/>
            <ac:spMk id="7" creationId="{877595DC-5F24-43DE-A51F-61C1424919A8}"/>
          </ac:spMkLst>
        </pc:spChg>
        <pc:spChg chg="mod">
          <ac:chgData name="Margo Bonal" userId="18c9fa0f-b53d-478b-9dc0-6ad88786c19f" providerId="ADAL" clId="{93D479E5-F67F-4B8A-A78F-A0B574A116B6}" dt="2026-03-30T20:31:17.969" v="3095" actId="20577"/>
          <ac:spMkLst>
            <pc:docMk/>
            <pc:sldMk cId="1068043103" sldId="295"/>
            <ac:spMk id="16" creationId="{81E0E150-2FC2-EEE3-7E38-1E788F6BA625}"/>
          </ac:spMkLst>
        </pc:spChg>
        <pc:spChg chg="mod">
          <ac:chgData name="Margo Bonal" userId="18c9fa0f-b53d-478b-9dc0-6ad88786c19f" providerId="ADAL" clId="{93D479E5-F67F-4B8A-A78F-A0B574A116B6}" dt="2026-03-30T20:31:28.574" v="3096" actId="20577"/>
          <ac:spMkLst>
            <pc:docMk/>
            <pc:sldMk cId="1068043103" sldId="295"/>
            <ac:spMk id="18" creationId="{074AF094-E72F-59C1-3EC9-6D652007D4E2}"/>
          </ac:spMkLst>
        </pc:spChg>
      </pc:sldChg>
      <pc:sldChg chg="add del">
        <pc:chgData name="Margo Bonal" userId="18c9fa0f-b53d-478b-9dc0-6ad88786c19f" providerId="ADAL" clId="{93D479E5-F67F-4B8A-A78F-A0B574A116B6}" dt="2026-03-30T19:39:48.431" v="2993" actId="2696"/>
        <pc:sldMkLst>
          <pc:docMk/>
          <pc:sldMk cId="694308315" sldId="296"/>
        </pc:sldMkLst>
      </pc:sldChg>
      <pc:sldChg chg="addSp modSp add mod ord setBg">
        <pc:chgData name="Margo Bonal" userId="18c9fa0f-b53d-478b-9dc0-6ad88786c19f" providerId="ADAL" clId="{93D479E5-F67F-4B8A-A78F-A0B574A116B6}" dt="2026-03-30T20:37:17.231" v="3141" actId="1076"/>
        <pc:sldMkLst>
          <pc:docMk/>
          <pc:sldMk cId="1401643852" sldId="296"/>
        </pc:sldMkLst>
        <pc:picChg chg="add mod modCrop">
          <ac:chgData name="Margo Bonal" userId="18c9fa0f-b53d-478b-9dc0-6ad88786c19f" providerId="ADAL" clId="{93D479E5-F67F-4B8A-A78F-A0B574A116B6}" dt="2026-03-30T20:37:17.231" v="3141" actId="1076"/>
          <ac:picMkLst>
            <pc:docMk/>
            <pc:sldMk cId="1401643852" sldId="296"/>
            <ac:picMk id="3" creationId="{FC43ACBE-8242-46AD-DA8E-9607D7ADD0DB}"/>
          </ac:picMkLst>
        </pc:picChg>
      </pc:sldChg>
      <pc:sldChg chg="addSp delSp modSp add del mod setBg delDesignElem">
        <pc:chgData name="Margo Bonal" userId="18c9fa0f-b53d-478b-9dc0-6ad88786c19f" providerId="ADAL" clId="{93D479E5-F67F-4B8A-A78F-A0B574A116B6}" dt="2026-03-30T20:33:59.254" v="3110"/>
        <pc:sldMkLst>
          <pc:docMk/>
          <pc:sldMk cId="3877162809" sldId="296"/>
        </pc:sldMkLst>
        <pc:spChg chg="mod">
          <ac:chgData name="Margo Bonal" userId="18c9fa0f-b53d-478b-9dc0-6ad88786c19f" providerId="ADAL" clId="{93D479E5-F67F-4B8A-A78F-A0B574A116B6}" dt="2026-03-30T20:33:59.254" v="3110"/>
          <ac:spMkLst>
            <pc:docMk/>
            <pc:sldMk cId="3877162809" sldId="296"/>
            <ac:spMk id="2" creationId="{1BD4C61D-1E86-2376-656A-827728C4A2C2}"/>
          </ac:spMkLst>
        </pc:spChg>
        <pc:spChg chg="add del">
          <ac:chgData name="Margo Bonal" userId="18c9fa0f-b53d-478b-9dc0-6ad88786c19f" providerId="ADAL" clId="{93D479E5-F67F-4B8A-A78F-A0B574A116B6}" dt="2026-03-30T20:33:59.254" v="3110"/>
          <ac:spMkLst>
            <pc:docMk/>
            <pc:sldMk cId="3877162809" sldId="296"/>
            <ac:spMk id="20" creationId="{E0605A25-0DCA-F0DB-1962-12687EF3921D}"/>
          </ac:spMkLst>
        </pc:spChg>
        <pc:spChg chg="add del">
          <ac:chgData name="Margo Bonal" userId="18c9fa0f-b53d-478b-9dc0-6ad88786c19f" providerId="ADAL" clId="{93D479E5-F67F-4B8A-A78F-A0B574A116B6}" dt="2026-03-30T20:33:59.254" v="3110"/>
          <ac:spMkLst>
            <pc:docMk/>
            <pc:sldMk cId="3877162809" sldId="296"/>
            <ac:spMk id="22" creationId="{D1849BC8-CF9F-F002-AB01-05FE345AE50F}"/>
          </ac:spMkLst>
        </pc:spChg>
        <pc:spChg chg="add del">
          <ac:chgData name="Margo Bonal" userId="18c9fa0f-b53d-478b-9dc0-6ad88786c19f" providerId="ADAL" clId="{93D479E5-F67F-4B8A-A78F-A0B574A116B6}" dt="2026-03-30T20:33:59.254" v="3110"/>
          <ac:spMkLst>
            <pc:docMk/>
            <pc:sldMk cId="3877162809" sldId="296"/>
            <ac:spMk id="24" creationId="{A5A80739-794B-B27F-CB9D-513BFEFB72FA}"/>
          </ac:spMkLst>
        </pc:spChg>
        <pc:spChg chg="add del">
          <ac:chgData name="Margo Bonal" userId="18c9fa0f-b53d-478b-9dc0-6ad88786c19f" providerId="ADAL" clId="{93D479E5-F67F-4B8A-A78F-A0B574A116B6}" dt="2026-03-30T20:33:59.254" v="3110"/>
          <ac:spMkLst>
            <pc:docMk/>
            <pc:sldMk cId="3877162809" sldId="296"/>
            <ac:spMk id="26" creationId="{BF8B3957-8C79-9713-41E0-9306962C940A}"/>
          </ac:spMkLst>
        </pc:spChg>
      </pc:sldChg>
      <pc:sldChg chg="add setBg">
        <pc:chgData name="Margo Bonal" userId="18c9fa0f-b53d-478b-9dc0-6ad88786c19f" providerId="ADAL" clId="{93D479E5-F67F-4B8A-A78F-A0B574A116B6}" dt="2026-03-30T20:40:52.454" v="3155"/>
        <pc:sldMkLst>
          <pc:docMk/>
          <pc:sldMk cId="346328000" sldId="297"/>
        </pc:sldMkLst>
      </pc:sldChg>
      <pc:sldChg chg="addSp delSp add del setBg delDesignElem">
        <pc:chgData name="Margo Bonal" userId="18c9fa0f-b53d-478b-9dc0-6ad88786c19f" providerId="ADAL" clId="{93D479E5-F67F-4B8A-A78F-A0B574A116B6}" dt="2026-03-30T20:36:16.377" v="3130"/>
        <pc:sldMkLst>
          <pc:docMk/>
          <pc:sldMk cId="3158907609" sldId="297"/>
        </pc:sldMkLst>
        <pc:spChg chg="add del">
          <ac:chgData name="Margo Bonal" userId="18c9fa0f-b53d-478b-9dc0-6ad88786c19f" providerId="ADAL" clId="{93D479E5-F67F-4B8A-A78F-A0B574A116B6}" dt="2026-03-30T20:36:16.377" v="3130"/>
          <ac:spMkLst>
            <pc:docMk/>
            <pc:sldMk cId="3158907609" sldId="297"/>
            <ac:spMk id="20" creationId="{A1429D05-082C-B4B0-5955-4927582ABFBE}"/>
          </ac:spMkLst>
        </pc:spChg>
        <pc:spChg chg="add del">
          <ac:chgData name="Margo Bonal" userId="18c9fa0f-b53d-478b-9dc0-6ad88786c19f" providerId="ADAL" clId="{93D479E5-F67F-4B8A-A78F-A0B574A116B6}" dt="2026-03-30T20:36:16.377" v="3130"/>
          <ac:spMkLst>
            <pc:docMk/>
            <pc:sldMk cId="3158907609" sldId="297"/>
            <ac:spMk id="22" creationId="{EA6AC364-5C78-7AE8-EC29-76078FC909B0}"/>
          </ac:spMkLst>
        </pc:spChg>
        <pc:spChg chg="add del">
          <ac:chgData name="Margo Bonal" userId="18c9fa0f-b53d-478b-9dc0-6ad88786c19f" providerId="ADAL" clId="{93D479E5-F67F-4B8A-A78F-A0B574A116B6}" dt="2026-03-30T20:36:16.377" v="3130"/>
          <ac:spMkLst>
            <pc:docMk/>
            <pc:sldMk cId="3158907609" sldId="297"/>
            <ac:spMk id="24" creationId="{1E72AE5D-A4BD-CBE7-E102-E3575EFC2350}"/>
          </ac:spMkLst>
        </pc:spChg>
        <pc:spChg chg="add del">
          <ac:chgData name="Margo Bonal" userId="18c9fa0f-b53d-478b-9dc0-6ad88786c19f" providerId="ADAL" clId="{93D479E5-F67F-4B8A-A78F-A0B574A116B6}" dt="2026-03-30T20:36:16.377" v="3130"/>
          <ac:spMkLst>
            <pc:docMk/>
            <pc:sldMk cId="3158907609" sldId="297"/>
            <ac:spMk id="26" creationId="{15CDA277-FCD3-73F5-B2C4-F651AB2686FF}"/>
          </ac:spMkLst>
        </pc:spChg>
      </pc:sldChg>
      <pc:sldChg chg="addSp modSp add setBg">
        <pc:chgData name="Margo Bonal" userId="18c9fa0f-b53d-478b-9dc0-6ad88786c19f" providerId="ADAL" clId="{93D479E5-F67F-4B8A-A78F-A0B574A116B6}" dt="2026-03-30T20:40:17.436" v="3153" actId="1076"/>
        <pc:sldMkLst>
          <pc:docMk/>
          <pc:sldMk cId="3207586953" sldId="298"/>
        </pc:sldMkLst>
        <pc:picChg chg="add mod">
          <ac:chgData name="Margo Bonal" userId="18c9fa0f-b53d-478b-9dc0-6ad88786c19f" providerId="ADAL" clId="{93D479E5-F67F-4B8A-A78F-A0B574A116B6}" dt="2026-03-30T20:40:17.436" v="3153" actId="1076"/>
          <ac:picMkLst>
            <pc:docMk/>
            <pc:sldMk cId="3207586953" sldId="298"/>
            <ac:picMk id="3" creationId="{DDE9482D-51F1-BA00-3E24-0CA8E9F5A2B4}"/>
          </ac:picMkLst>
        </pc:picChg>
      </pc:sldChg>
      <pc:sldMasterChg chg="setBg">
        <pc:chgData name="Margo Bonal" userId="18c9fa0f-b53d-478b-9dc0-6ad88786c19f" providerId="ADAL" clId="{93D479E5-F67F-4B8A-A78F-A0B574A116B6}" dt="2026-03-30T20:28:40.626" v="3010"/>
        <pc:sldMasterMkLst>
          <pc:docMk/>
          <pc:sldMasterMk cId="3542371643" sldId="2147483899"/>
        </pc:sldMasterMkLst>
      </pc:sldMasterChg>
    </pc:docChg>
  </pc:docChgLst>
  <pc:docChgLst>
    <pc:chgData name="Luke ruffing" userId="c83d55373a9d0f60" providerId="LiveId" clId="{6963CA54-E4A7-4828-84AB-93F82157D440}"/>
    <pc:docChg chg="undo custSel addSld delSld modSld sldOrd">
      <pc:chgData name="Luke ruffing" userId="c83d55373a9d0f60" providerId="LiveId" clId="{6963CA54-E4A7-4828-84AB-93F82157D440}" dt="2026-03-28T19:04:34.219" v="1492" actId="20578"/>
      <pc:docMkLst>
        <pc:docMk/>
      </pc:docMkLst>
      <pc:sldChg chg="modSp add mod ord">
        <pc:chgData name="Luke ruffing" userId="c83d55373a9d0f60" providerId="LiveId" clId="{6963CA54-E4A7-4828-84AB-93F82157D440}" dt="2026-03-28T19:00:19.382" v="1385" actId="20577"/>
        <pc:sldMkLst>
          <pc:docMk/>
          <pc:sldMk cId="3932995078" sldId="282"/>
        </pc:sldMkLst>
        <pc:spChg chg="mod">
          <ac:chgData name="Luke ruffing" userId="c83d55373a9d0f60" providerId="LiveId" clId="{6963CA54-E4A7-4828-84AB-93F82157D440}" dt="2026-03-28T18:22:39.099" v="13" actId="1076"/>
          <ac:spMkLst>
            <pc:docMk/>
            <pc:sldMk cId="3932995078" sldId="282"/>
            <ac:spMk id="2" creationId="{A8B4F316-66AE-96F3-5B49-868141F72C72}"/>
          </ac:spMkLst>
        </pc:spChg>
        <pc:spChg chg="mod">
          <ac:chgData name="Luke ruffing" userId="c83d55373a9d0f60" providerId="LiveId" clId="{6963CA54-E4A7-4828-84AB-93F82157D440}" dt="2026-03-28T19:00:19.382" v="1385" actId="20577"/>
          <ac:spMkLst>
            <pc:docMk/>
            <pc:sldMk cId="3932995078" sldId="282"/>
            <ac:spMk id="3" creationId="{27033F78-12A5-C599-2958-D2A9138E70D2}"/>
          </ac:spMkLst>
        </pc:spChg>
      </pc:sldChg>
      <pc:sldChg chg="modSp add mod ord">
        <pc:chgData name="Luke ruffing" userId="c83d55373a9d0f60" providerId="LiveId" clId="{6963CA54-E4A7-4828-84AB-93F82157D440}" dt="2026-03-28T19:04:34.219" v="1492" actId="20578"/>
        <pc:sldMkLst>
          <pc:docMk/>
          <pc:sldMk cId="1221874192" sldId="283"/>
        </pc:sldMkLst>
        <pc:spChg chg="mod">
          <ac:chgData name="Luke ruffing" userId="c83d55373a9d0f60" providerId="LiveId" clId="{6963CA54-E4A7-4828-84AB-93F82157D440}" dt="2026-03-28T18:59:17.128" v="1361" actId="20577"/>
          <ac:spMkLst>
            <pc:docMk/>
            <pc:sldMk cId="1221874192" sldId="283"/>
            <ac:spMk id="2" creationId="{94C4550D-B994-49F2-6107-33DC5C4EC652}"/>
          </ac:spMkLst>
        </pc:spChg>
        <pc:spChg chg="mod">
          <ac:chgData name="Luke ruffing" userId="c83d55373a9d0f60" providerId="LiveId" clId="{6963CA54-E4A7-4828-84AB-93F82157D440}" dt="2026-03-28T19:04:34.219" v="1492" actId="20578"/>
          <ac:spMkLst>
            <pc:docMk/>
            <pc:sldMk cId="1221874192" sldId="283"/>
            <ac:spMk id="5" creationId="{1896BEE3-697D-90C4-333C-6ABB24067F5D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CE768-2E19-406C-82FF-EB74201F352F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932CBA58-5400-4765-A7C0-5084E5EEA9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Explore whether AI can design secure solutions under computational time constraints. </a:t>
          </a:r>
        </a:p>
      </dgm:t>
    </dgm:pt>
    <dgm:pt modelId="{484E7DD0-9CD0-4F31-A08A-2A1226ED2338}" type="parTrans" cxnId="{7D523D34-5E82-4D76-A0A1-E69FD7FE6C41}">
      <dgm:prSet/>
      <dgm:spPr/>
      <dgm:t>
        <a:bodyPr/>
        <a:lstStyle/>
        <a:p>
          <a:endParaRPr lang="en-US"/>
        </a:p>
      </dgm:t>
    </dgm:pt>
    <dgm:pt modelId="{B0A3B6DC-656E-4F4B-AE44-848C36E41866}" type="sibTrans" cxnId="{7D523D34-5E82-4D76-A0A1-E69FD7FE6C41}">
      <dgm:prSet/>
      <dgm:spPr/>
      <dgm:t>
        <a:bodyPr/>
        <a:lstStyle/>
        <a:p>
          <a:endParaRPr lang="en-US"/>
        </a:p>
      </dgm:t>
    </dgm:pt>
    <dgm:pt modelId="{175E74B9-6B52-41FA-9939-DCE27A7DA7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Examines if AI can optimize security versus efficiency, such as producing hashing algorithms with strong Big O performance.</a:t>
          </a:r>
        </a:p>
      </dgm:t>
    </dgm:pt>
    <dgm:pt modelId="{51E74368-F942-4E05-9353-D4630561C368}" type="parTrans" cxnId="{F59A8222-3F00-407A-BA55-537D281A00D5}">
      <dgm:prSet/>
      <dgm:spPr/>
      <dgm:t>
        <a:bodyPr/>
        <a:lstStyle/>
        <a:p>
          <a:endParaRPr lang="en-US"/>
        </a:p>
      </dgm:t>
    </dgm:pt>
    <dgm:pt modelId="{A96A44AC-40FA-4CE8-82C8-BD429F011887}" type="sibTrans" cxnId="{F59A8222-3F00-407A-BA55-537D281A00D5}">
      <dgm:prSet/>
      <dgm:spPr/>
      <dgm:t>
        <a:bodyPr/>
        <a:lstStyle/>
        <a:p>
          <a:endParaRPr lang="en-US"/>
        </a:p>
      </dgm:t>
    </dgm:pt>
    <dgm:pt modelId="{3A6BCEC0-D802-4F24-A654-4C4B1C7CAF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Since encryption must balance time, memory, and computing power, our project evaluates whether AI can match the decision-making and optimization skills of a human software engineer.</a:t>
          </a:r>
        </a:p>
      </dgm:t>
    </dgm:pt>
    <dgm:pt modelId="{32B89C27-D5A0-4846-8E88-EF956EA151A6}" type="parTrans" cxnId="{B5155373-5D5D-4DD7-AE80-A8CB76FACE9C}">
      <dgm:prSet/>
      <dgm:spPr/>
      <dgm:t>
        <a:bodyPr/>
        <a:lstStyle/>
        <a:p>
          <a:endParaRPr lang="en-US"/>
        </a:p>
      </dgm:t>
    </dgm:pt>
    <dgm:pt modelId="{E91AE6E7-03D4-43DD-9D98-D1D53E115727}" type="sibTrans" cxnId="{B5155373-5D5D-4DD7-AE80-A8CB76FACE9C}">
      <dgm:prSet/>
      <dgm:spPr/>
      <dgm:t>
        <a:bodyPr/>
        <a:lstStyle/>
        <a:p>
          <a:endParaRPr lang="en-US"/>
        </a:p>
      </dgm:t>
    </dgm:pt>
    <dgm:pt modelId="{5D40738A-81AA-4D77-86F1-81BDEA6C320D}" type="pres">
      <dgm:prSet presAssocID="{F34CE768-2E19-406C-82FF-EB74201F352F}" presName="root" presStyleCnt="0">
        <dgm:presLayoutVars>
          <dgm:dir/>
          <dgm:resizeHandles val="exact"/>
        </dgm:presLayoutVars>
      </dgm:prSet>
      <dgm:spPr/>
    </dgm:pt>
    <dgm:pt modelId="{06FFF9B6-2560-484F-90F1-F3A878565893}" type="pres">
      <dgm:prSet presAssocID="{932CBA58-5400-4765-A7C0-5084E5EEA9CD}" presName="compNode" presStyleCnt="0"/>
      <dgm:spPr/>
    </dgm:pt>
    <dgm:pt modelId="{AB23A7F0-F07D-4CDA-BADA-CE0BCDAA3A3B}" type="pres">
      <dgm:prSet presAssocID="{932CBA58-5400-4765-A7C0-5084E5EEA9CD}" presName="bgRect" presStyleLbl="bgShp" presStyleIdx="0" presStyleCnt="3"/>
      <dgm:spPr/>
    </dgm:pt>
    <dgm:pt modelId="{67A67251-962C-450D-918E-EBA9CFA94186}" type="pres">
      <dgm:prSet presAssocID="{932CBA58-5400-4765-A7C0-5084E5EEA9C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665AC1F-6858-44FB-AB1D-66337F50922A}" type="pres">
      <dgm:prSet presAssocID="{932CBA58-5400-4765-A7C0-5084E5EEA9CD}" presName="spaceRect" presStyleCnt="0"/>
      <dgm:spPr/>
    </dgm:pt>
    <dgm:pt modelId="{2D4BC0BB-F96C-48F7-BA63-5EA31DA644C6}" type="pres">
      <dgm:prSet presAssocID="{932CBA58-5400-4765-A7C0-5084E5EEA9CD}" presName="parTx" presStyleLbl="revTx" presStyleIdx="0" presStyleCnt="3">
        <dgm:presLayoutVars>
          <dgm:chMax val="0"/>
          <dgm:chPref val="0"/>
        </dgm:presLayoutVars>
      </dgm:prSet>
      <dgm:spPr/>
    </dgm:pt>
    <dgm:pt modelId="{F054DF12-E502-4F2F-9071-D85B2A159EF1}" type="pres">
      <dgm:prSet presAssocID="{B0A3B6DC-656E-4F4B-AE44-848C36E41866}" presName="sibTrans" presStyleCnt="0"/>
      <dgm:spPr/>
    </dgm:pt>
    <dgm:pt modelId="{6177A226-8B2C-4542-8E6F-A409F92D847B}" type="pres">
      <dgm:prSet presAssocID="{175E74B9-6B52-41FA-9939-DCE27A7DA7A7}" presName="compNode" presStyleCnt="0"/>
      <dgm:spPr/>
    </dgm:pt>
    <dgm:pt modelId="{3B7B46AD-8226-44CC-A5CC-F12F018E260E}" type="pres">
      <dgm:prSet presAssocID="{175E74B9-6B52-41FA-9939-DCE27A7DA7A7}" presName="bgRect" presStyleLbl="bgShp" presStyleIdx="1" presStyleCnt="3"/>
      <dgm:spPr/>
    </dgm:pt>
    <dgm:pt modelId="{865CB1BE-995F-491F-9738-B10AC7EA5B0A}" type="pres">
      <dgm:prSet presAssocID="{175E74B9-6B52-41FA-9939-DCE27A7DA7A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013DDF8-F6A7-4C1E-8F6B-0814CD355B2B}" type="pres">
      <dgm:prSet presAssocID="{175E74B9-6B52-41FA-9939-DCE27A7DA7A7}" presName="spaceRect" presStyleCnt="0"/>
      <dgm:spPr/>
    </dgm:pt>
    <dgm:pt modelId="{B92672C4-ACB6-448C-AEEF-7EEE83D073AB}" type="pres">
      <dgm:prSet presAssocID="{175E74B9-6B52-41FA-9939-DCE27A7DA7A7}" presName="parTx" presStyleLbl="revTx" presStyleIdx="1" presStyleCnt="3">
        <dgm:presLayoutVars>
          <dgm:chMax val="0"/>
          <dgm:chPref val="0"/>
        </dgm:presLayoutVars>
      </dgm:prSet>
      <dgm:spPr/>
    </dgm:pt>
    <dgm:pt modelId="{8B9D459F-C3C5-4527-A599-E2415D7094E8}" type="pres">
      <dgm:prSet presAssocID="{A96A44AC-40FA-4CE8-82C8-BD429F011887}" presName="sibTrans" presStyleCnt="0"/>
      <dgm:spPr/>
    </dgm:pt>
    <dgm:pt modelId="{BA4DE2AD-E1C4-486F-953E-80798445716C}" type="pres">
      <dgm:prSet presAssocID="{3A6BCEC0-D802-4F24-A654-4C4B1C7CAFE0}" presName="compNode" presStyleCnt="0"/>
      <dgm:spPr/>
    </dgm:pt>
    <dgm:pt modelId="{91251D2D-7B6D-4FE7-ABB3-7C5A16E606BF}" type="pres">
      <dgm:prSet presAssocID="{3A6BCEC0-D802-4F24-A654-4C4B1C7CAFE0}" presName="bgRect" presStyleLbl="bgShp" presStyleIdx="2" presStyleCnt="3"/>
      <dgm:spPr/>
    </dgm:pt>
    <dgm:pt modelId="{23596692-8632-4948-89F1-01CC04BFC143}" type="pres">
      <dgm:prSet presAssocID="{3A6BCEC0-D802-4F24-A654-4C4B1C7CAFE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0569250-75EC-47D6-A4D7-59BEECDD5824}" type="pres">
      <dgm:prSet presAssocID="{3A6BCEC0-D802-4F24-A654-4C4B1C7CAFE0}" presName="spaceRect" presStyleCnt="0"/>
      <dgm:spPr/>
    </dgm:pt>
    <dgm:pt modelId="{C34512E0-4B0B-45F5-8208-4D624D7BEC06}" type="pres">
      <dgm:prSet presAssocID="{3A6BCEC0-D802-4F24-A654-4C4B1C7CAFE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8B5A1E-DC5C-45F5-81D6-2D55F69DFB85}" type="presOf" srcId="{F34CE768-2E19-406C-82FF-EB74201F352F}" destId="{5D40738A-81AA-4D77-86F1-81BDEA6C320D}" srcOrd="0" destOrd="0" presId="urn:microsoft.com/office/officeart/2018/2/layout/IconVerticalSolidList"/>
    <dgm:cxn modelId="{F59A8222-3F00-407A-BA55-537D281A00D5}" srcId="{F34CE768-2E19-406C-82FF-EB74201F352F}" destId="{175E74B9-6B52-41FA-9939-DCE27A7DA7A7}" srcOrd="1" destOrd="0" parTransId="{51E74368-F942-4E05-9353-D4630561C368}" sibTransId="{A96A44AC-40FA-4CE8-82C8-BD429F011887}"/>
    <dgm:cxn modelId="{7D523D34-5E82-4D76-A0A1-E69FD7FE6C41}" srcId="{F34CE768-2E19-406C-82FF-EB74201F352F}" destId="{932CBA58-5400-4765-A7C0-5084E5EEA9CD}" srcOrd="0" destOrd="0" parTransId="{484E7DD0-9CD0-4F31-A08A-2A1226ED2338}" sibTransId="{B0A3B6DC-656E-4F4B-AE44-848C36E41866}"/>
    <dgm:cxn modelId="{4FED0F50-5B2B-442F-A6A7-9684F92BA54F}" type="presOf" srcId="{932CBA58-5400-4765-A7C0-5084E5EEA9CD}" destId="{2D4BC0BB-F96C-48F7-BA63-5EA31DA644C6}" srcOrd="0" destOrd="0" presId="urn:microsoft.com/office/officeart/2018/2/layout/IconVerticalSolidList"/>
    <dgm:cxn modelId="{B5155373-5D5D-4DD7-AE80-A8CB76FACE9C}" srcId="{F34CE768-2E19-406C-82FF-EB74201F352F}" destId="{3A6BCEC0-D802-4F24-A654-4C4B1C7CAFE0}" srcOrd="2" destOrd="0" parTransId="{32B89C27-D5A0-4846-8E88-EF956EA151A6}" sibTransId="{E91AE6E7-03D4-43DD-9D98-D1D53E115727}"/>
    <dgm:cxn modelId="{8AB772D0-A226-44CB-8B4C-ECA0275A0E4D}" type="presOf" srcId="{175E74B9-6B52-41FA-9939-DCE27A7DA7A7}" destId="{B92672C4-ACB6-448C-AEEF-7EEE83D073AB}" srcOrd="0" destOrd="0" presId="urn:microsoft.com/office/officeart/2018/2/layout/IconVerticalSolidList"/>
    <dgm:cxn modelId="{B154D2D8-7074-4D88-BB46-D0028A70389E}" type="presOf" srcId="{3A6BCEC0-D802-4F24-A654-4C4B1C7CAFE0}" destId="{C34512E0-4B0B-45F5-8208-4D624D7BEC06}" srcOrd="0" destOrd="0" presId="urn:microsoft.com/office/officeart/2018/2/layout/IconVerticalSolidList"/>
    <dgm:cxn modelId="{FE9610BF-65C7-4D52-A5AA-48D104B0D587}" type="presParOf" srcId="{5D40738A-81AA-4D77-86F1-81BDEA6C320D}" destId="{06FFF9B6-2560-484F-90F1-F3A878565893}" srcOrd="0" destOrd="0" presId="urn:microsoft.com/office/officeart/2018/2/layout/IconVerticalSolidList"/>
    <dgm:cxn modelId="{AB551819-9B6D-496D-8C57-80324510CDF2}" type="presParOf" srcId="{06FFF9B6-2560-484F-90F1-F3A878565893}" destId="{AB23A7F0-F07D-4CDA-BADA-CE0BCDAA3A3B}" srcOrd="0" destOrd="0" presId="urn:microsoft.com/office/officeart/2018/2/layout/IconVerticalSolidList"/>
    <dgm:cxn modelId="{2D47E584-F367-4D57-A140-F4C6D9B093A9}" type="presParOf" srcId="{06FFF9B6-2560-484F-90F1-F3A878565893}" destId="{67A67251-962C-450D-918E-EBA9CFA94186}" srcOrd="1" destOrd="0" presId="urn:microsoft.com/office/officeart/2018/2/layout/IconVerticalSolidList"/>
    <dgm:cxn modelId="{F9975A48-5BAD-47B7-BA73-4BBFCD35B66F}" type="presParOf" srcId="{06FFF9B6-2560-484F-90F1-F3A878565893}" destId="{E665AC1F-6858-44FB-AB1D-66337F50922A}" srcOrd="2" destOrd="0" presId="urn:microsoft.com/office/officeart/2018/2/layout/IconVerticalSolidList"/>
    <dgm:cxn modelId="{DA050A95-8369-4843-8FCD-FC2E73E43CE2}" type="presParOf" srcId="{06FFF9B6-2560-484F-90F1-F3A878565893}" destId="{2D4BC0BB-F96C-48F7-BA63-5EA31DA644C6}" srcOrd="3" destOrd="0" presId="urn:microsoft.com/office/officeart/2018/2/layout/IconVerticalSolidList"/>
    <dgm:cxn modelId="{CD374F96-2695-49A5-B92E-E0C308E7A92F}" type="presParOf" srcId="{5D40738A-81AA-4D77-86F1-81BDEA6C320D}" destId="{F054DF12-E502-4F2F-9071-D85B2A159EF1}" srcOrd="1" destOrd="0" presId="urn:microsoft.com/office/officeart/2018/2/layout/IconVerticalSolidList"/>
    <dgm:cxn modelId="{E5E305FE-2625-452C-A2FE-CB590039FA49}" type="presParOf" srcId="{5D40738A-81AA-4D77-86F1-81BDEA6C320D}" destId="{6177A226-8B2C-4542-8E6F-A409F92D847B}" srcOrd="2" destOrd="0" presId="urn:microsoft.com/office/officeart/2018/2/layout/IconVerticalSolidList"/>
    <dgm:cxn modelId="{534AEE55-08D9-4A82-BDEB-A556F39E224E}" type="presParOf" srcId="{6177A226-8B2C-4542-8E6F-A409F92D847B}" destId="{3B7B46AD-8226-44CC-A5CC-F12F018E260E}" srcOrd="0" destOrd="0" presId="urn:microsoft.com/office/officeart/2018/2/layout/IconVerticalSolidList"/>
    <dgm:cxn modelId="{36A193D9-AEBE-4298-BAF7-87C152660CE7}" type="presParOf" srcId="{6177A226-8B2C-4542-8E6F-A409F92D847B}" destId="{865CB1BE-995F-491F-9738-B10AC7EA5B0A}" srcOrd="1" destOrd="0" presId="urn:microsoft.com/office/officeart/2018/2/layout/IconVerticalSolidList"/>
    <dgm:cxn modelId="{9470F082-3772-456D-A372-0579F022AEE5}" type="presParOf" srcId="{6177A226-8B2C-4542-8E6F-A409F92D847B}" destId="{4013DDF8-F6A7-4C1E-8F6B-0814CD355B2B}" srcOrd="2" destOrd="0" presId="urn:microsoft.com/office/officeart/2018/2/layout/IconVerticalSolidList"/>
    <dgm:cxn modelId="{0C0A14BD-7363-471E-82AC-FA1F3FB866AF}" type="presParOf" srcId="{6177A226-8B2C-4542-8E6F-A409F92D847B}" destId="{B92672C4-ACB6-448C-AEEF-7EEE83D073AB}" srcOrd="3" destOrd="0" presId="urn:microsoft.com/office/officeart/2018/2/layout/IconVerticalSolidList"/>
    <dgm:cxn modelId="{10D52813-DC6E-41A1-A3F7-03B1F4618818}" type="presParOf" srcId="{5D40738A-81AA-4D77-86F1-81BDEA6C320D}" destId="{8B9D459F-C3C5-4527-A599-E2415D7094E8}" srcOrd="3" destOrd="0" presId="urn:microsoft.com/office/officeart/2018/2/layout/IconVerticalSolidList"/>
    <dgm:cxn modelId="{148C25B0-E85D-4539-B077-42FAF2D43124}" type="presParOf" srcId="{5D40738A-81AA-4D77-86F1-81BDEA6C320D}" destId="{BA4DE2AD-E1C4-486F-953E-80798445716C}" srcOrd="4" destOrd="0" presId="urn:microsoft.com/office/officeart/2018/2/layout/IconVerticalSolidList"/>
    <dgm:cxn modelId="{5DA462A2-C94D-4C96-8067-28B5F0405877}" type="presParOf" srcId="{BA4DE2AD-E1C4-486F-953E-80798445716C}" destId="{91251D2D-7B6D-4FE7-ABB3-7C5A16E606BF}" srcOrd="0" destOrd="0" presId="urn:microsoft.com/office/officeart/2018/2/layout/IconVerticalSolidList"/>
    <dgm:cxn modelId="{E5337376-750E-4535-BF09-7BA52CF4557F}" type="presParOf" srcId="{BA4DE2AD-E1C4-486F-953E-80798445716C}" destId="{23596692-8632-4948-89F1-01CC04BFC143}" srcOrd="1" destOrd="0" presId="urn:microsoft.com/office/officeart/2018/2/layout/IconVerticalSolidList"/>
    <dgm:cxn modelId="{1A0408D1-1F5D-460D-AA65-7C89F7E6E8D4}" type="presParOf" srcId="{BA4DE2AD-E1C4-486F-953E-80798445716C}" destId="{30569250-75EC-47D6-A4D7-59BEECDD5824}" srcOrd="2" destOrd="0" presId="urn:microsoft.com/office/officeart/2018/2/layout/IconVerticalSolidList"/>
    <dgm:cxn modelId="{B73E1A23-6B83-41A1-84CE-B1A3E6518C2E}" type="presParOf" srcId="{BA4DE2AD-E1C4-486F-953E-80798445716C}" destId="{C34512E0-4B0B-45F5-8208-4D624D7BEC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2FF7C5-DDFC-4FCC-8CF6-44A4F8C4D016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506B450-383C-49A7-95DE-CA26ADE06E4A}">
      <dgm:prSet/>
      <dgm:spPr/>
      <dgm:t>
        <a:bodyPr/>
        <a:lstStyle/>
        <a:p>
          <a:r>
            <a:rPr lang="en-US" dirty="0"/>
            <a:t>Algorithm Selection Prompt:</a:t>
          </a:r>
        </a:p>
      </dgm:t>
    </dgm:pt>
    <dgm:pt modelId="{842D64C0-5B6C-493B-A87B-83442C28C50D}" type="parTrans" cxnId="{60AC8B8B-6AB6-4454-AFB9-492A7878F4C2}">
      <dgm:prSet/>
      <dgm:spPr/>
      <dgm:t>
        <a:bodyPr/>
        <a:lstStyle/>
        <a:p>
          <a:endParaRPr lang="en-US"/>
        </a:p>
      </dgm:t>
    </dgm:pt>
    <dgm:pt modelId="{116DF33F-1C84-4DCE-B7D7-30ABF32B6E27}" type="sibTrans" cxnId="{60AC8B8B-6AB6-4454-AFB9-492A7878F4C2}">
      <dgm:prSet/>
      <dgm:spPr/>
      <dgm:t>
        <a:bodyPr/>
        <a:lstStyle/>
        <a:p>
          <a:endParaRPr lang="en-US"/>
        </a:p>
      </dgm:t>
    </dgm:pt>
    <dgm:pt modelId="{1F733022-E8E0-4C8E-896B-5AF40C4C44DC}">
      <dgm:prSet/>
      <dgm:spPr/>
      <dgm:t>
        <a:bodyPr/>
        <a:lstStyle/>
        <a:p>
          <a:r>
            <a:rPr lang="en-US" dirty="0"/>
            <a:t>Data center needs to encrypt their employee’s system passwords. </a:t>
          </a:r>
        </a:p>
      </dgm:t>
    </dgm:pt>
    <dgm:pt modelId="{C7A279C0-3218-4BD0-995A-CCF5BC52CFA0}" type="parTrans" cxnId="{522C2A69-1F50-4440-8D51-3C159F4570B1}">
      <dgm:prSet/>
      <dgm:spPr/>
      <dgm:t>
        <a:bodyPr/>
        <a:lstStyle/>
        <a:p>
          <a:endParaRPr lang="en-US"/>
        </a:p>
      </dgm:t>
    </dgm:pt>
    <dgm:pt modelId="{5E8FEC3F-432A-47F5-923E-CAC143E72DA0}" type="sibTrans" cxnId="{522C2A69-1F50-4440-8D51-3C159F4570B1}">
      <dgm:prSet/>
      <dgm:spPr/>
      <dgm:t>
        <a:bodyPr/>
        <a:lstStyle/>
        <a:p>
          <a:endParaRPr lang="en-US"/>
        </a:p>
      </dgm:t>
    </dgm:pt>
    <dgm:pt modelId="{F92BA774-45C4-4FB9-A4C9-DD4A0E80EC3E}">
      <dgm:prSet/>
      <dgm:spPr/>
      <dgm:t>
        <a:bodyPr/>
        <a:lstStyle/>
        <a:p>
          <a:r>
            <a:rPr lang="en-US" dirty="0"/>
            <a:t>passwords requirements: 8 characters, numbers and special characters. </a:t>
          </a:r>
        </a:p>
      </dgm:t>
    </dgm:pt>
    <dgm:pt modelId="{90287BE2-7DBC-427A-BC4F-9565F37F0428}" type="parTrans" cxnId="{86A9748B-49AE-4565-9BCA-F1C2B7241F37}">
      <dgm:prSet/>
      <dgm:spPr/>
      <dgm:t>
        <a:bodyPr/>
        <a:lstStyle/>
        <a:p>
          <a:endParaRPr lang="en-US"/>
        </a:p>
      </dgm:t>
    </dgm:pt>
    <dgm:pt modelId="{AAD41CA0-1E8A-4C3A-9617-767B25D90187}" type="sibTrans" cxnId="{86A9748B-49AE-4565-9BCA-F1C2B7241F37}">
      <dgm:prSet/>
      <dgm:spPr/>
      <dgm:t>
        <a:bodyPr/>
        <a:lstStyle/>
        <a:p>
          <a:endParaRPr lang="en-US"/>
        </a:p>
      </dgm:t>
    </dgm:pt>
    <dgm:pt modelId="{2CEE9DCB-A6BD-46AD-B15C-0C611469F2C5}">
      <dgm:prSet/>
      <dgm:spPr/>
      <dgm:t>
        <a:bodyPr/>
        <a:lstStyle/>
        <a:p>
          <a:r>
            <a:rPr lang="en-US" dirty="0"/>
            <a:t>encrypt the password account creation and verified on relogging in, no lag </a:t>
          </a:r>
        </a:p>
      </dgm:t>
    </dgm:pt>
    <dgm:pt modelId="{F8445472-BD43-4278-8516-C6B4C9552936}" type="parTrans" cxnId="{46BF8B34-F404-418D-8D6E-116E0135AEBA}">
      <dgm:prSet/>
      <dgm:spPr/>
      <dgm:t>
        <a:bodyPr/>
        <a:lstStyle/>
        <a:p>
          <a:endParaRPr lang="en-US"/>
        </a:p>
      </dgm:t>
    </dgm:pt>
    <dgm:pt modelId="{7B7B2F5F-316C-4E53-932E-9A97DE1FC3C3}" type="sibTrans" cxnId="{46BF8B34-F404-418D-8D6E-116E0135AEBA}">
      <dgm:prSet/>
      <dgm:spPr/>
      <dgm:t>
        <a:bodyPr/>
        <a:lstStyle/>
        <a:p>
          <a:endParaRPr lang="en-US"/>
        </a:p>
      </dgm:t>
    </dgm:pt>
    <dgm:pt modelId="{7411F774-7681-45D1-B19F-DE0AE3AAD156}">
      <dgm:prSet/>
      <dgm:spPr/>
      <dgm:t>
        <a:bodyPr/>
        <a:lstStyle/>
        <a:p>
          <a:r>
            <a:rPr lang="en-US" dirty="0"/>
            <a:t>200 employees all need accounts. </a:t>
          </a:r>
        </a:p>
      </dgm:t>
    </dgm:pt>
    <dgm:pt modelId="{32D09D26-93C7-4308-BAAF-A701266E82FF}" type="parTrans" cxnId="{34EE6D82-7D06-46B0-BE7F-9ED083451D51}">
      <dgm:prSet/>
      <dgm:spPr/>
      <dgm:t>
        <a:bodyPr/>
        <a:lstStyle/>
        <a:p>
          <a:endParaRPr lang="en-US"/>
        </a:p>
      </dgm:t>
    </dgm:pt>
    <dgm:pt modelId="{5C17C577-7945-4CCA-AE1B-6F774F573566}" type="sibTrans" cxnId="{34EE6D82-7D06-46B0-BE7F-9ED083451D51}">
      <dgm:prSet/>
      <dgm:spPr/>
      <dgm:t>
        <a:bodyPr/>
        <a:lstStyle/>
        <a:p>
          <a:endParaRPr lang="en-US"/>
        </a:p>
      </dgm:t>
    </dgm:pt>
    <dgm:pt modelId="{906602F9-CBE5-459C-9F9E-340033715C76}">
      <dgm:prSet/>
      <dgm:spPr/>
      <dgm:t>
        <a:bodyPr/>
        <a:lstStyle/>
        <a:p>
          <a:r>
            <a:rPr lang="en-US" dirty="0"/>
            <a:t>Which encryption approach should be used and why?</a:t>
          </a:r>
        </a:p>
      </dgm:t>
    </dgm:pt>
    <dgm:pt modelId="{3108275D-A3FF-4111-8655-AD6F9B993709}" type="parTrans" cxnId="{069310A3-D27F-47D7-8D31-EBDB0637F025}">
      <dgm:prSet/>
      <dgm:spPr/>
      <dgm:t>
        <a:bodyPr/>
        <a:lstStyle/>
        <a:p>
          <a:endParaRPr lang="en-US"/>
        </a:p>
      </dgm:t>
    </dgm:pt>
    <dgm:pt modelId="{DC7C9212-1571-4260-BA7D-0E2B610E0224}" type="sibTrans" cxnId="{069310A3-D27F-47D7-8D31-EBDB0637F025}">
      <dgm:prSet/>
      <dgm:spPr/>
      <dgm:t>
        <a:bodyPr/>
        <a:lstStyle/>
        <a:p>
          <a:endParaRPr lang="en-US"/>
        </a:p>
      </dgm:t>
    </dgm:pt>
    <dgm:pt modelId="{CFF74401-47AE-4DDB-9170-1000D9872599}">
      <dgm:prSet/>
      <dgm:spPr/>
      <dgm:t>
        <a:bodyPr/>
        <a:lstStyle/>
        <a:p>
          <a:r>
            <a:rPr lang="en-US" dirty="0"/>
            <a:t>Optimization Prompt:</a:t>
          </a:r>
        </a:p>
      </dgm:t>
    </dgm:pt>
    <dgm:pt modelId="{5B1CD276-B0C6-4AEE-BFC1-35F4AD99F093}" type="parTrans" cxnId="{7DD29481-3C19-432F-89F8-5D238BF3A8FF}">
      <dgm:prSet/>
      <dgm:spPr/>
      <dgm:t>
        <a:bodyPr/>
        <a:lstStyle/>
        <a:p>
          <a:endParaRPr lang="en-US"/>
        </a:p>
      </dgm:t>
    </dgm:pt>
    <dgm:pt modelId="{11B2A8AB-BC96-4370-9024-ECF97AE457CC}" type="sibTrans" cxnId="{7DD29481-3C19-432F-89F8-5D238BF3A8FF}">
      <dgm:prSet/>
      <dgm:spPr/>
      <dgm:t>
        <a:bodyPr/>
        <a:lstStyle/>
        <a:p>
          <a:endParaRPr lang="en-US"/>
        </a:p>
      </dgm:t>
    </dgm:pt>
    <dgm:pt modelId="{1212F617-CA53-4C82-ADA4-76C0B1BA278F}">
      <dgm:prSet/>
      <dgm:spPr/>
      <dgm:t>
        <a:bodyPr/>
        <a:lstStyle/>
        <a:p>
          <a:r>
            <a:rPr lang="en-US" dirty="0"/>
            <a:t>A system must encrypt 5GB of data/hr. on limited hardware. </a:t>
          </a:r>
        </a:p>
      </dgm:t>
    </dgm:pt>
    <dgm:pt modelId="{FC86BB2D-E4F9-403D-9AD2-A02BE0A7CF33}" type="parTrans" cxnId="{FD5A6962-96A8-4955-8247-E273B22A9EF5}">
      <dgm:prSet/>
      <dgm:spPr/>
      <dgm:t>
        <a:bodyPr/>
        <a:lstStyle/>
        <a:p>
          <a:endParaRPr lang="en-US"/>
        </a:p>
      </dgm:t>
    </dgm:pt>
    <dgm:pt modelId="{FA27F0CC-F208-4FB3-8E39-D7C03E12B95B}" type="sibTrans" cxnId="{FD5A6962-96A8-4955-8247-E273B22A9EF5}">
      <dgm:prSet/>
      <dgm:spPr/>
      <dgm:t>
        <a:bodyPr/>
        <a:lstStyle/>
        <a:p>
          <a:endParaRPr lang="en-US"/>
        </a:p>
      </dgm:t>
    </dgm:pt>
    <dgm:pt modelId="{A67A24B9-C535-4D21-BADE-46392AA34B7A}">
      <dgm:prSet/>
      <dgm:spPr/>
      <dgm:t>
        <a:bodyPr/>
        <a:lstStyle/>
        <a:p>
          <a:r>
            <a:rPr lang="en-US" dirty="0"/>
            <a:t>High security required, latency must remain under 200ms/ transaction.</a:t>
          </a:r>
        </a:p>
      </dgm:t>
    </dgm:pt>
    <dgm:pt modelId="{773816A5-E35C-4E2A-BBD8-856E61FCFAB4}" type="parTrans" cxnId="{DDD7D95A-6018-4AB8-902C-5C41804E18DC}">
      <dgm:prSet/>
      <dgm:spPr/>
      <dgm:t>
        <a:bodyPr/>
        <a:lstStyle/>
        <a:p>
          <a:endParaRPr lang="en-US"/>
        </a:p>
      </dgm:t>
    </dgm:pt>
    <dgm:pt modelId="{D9555C8B-05DF-491A-894C-78BB76A4373D}" type="sibTrans" cxnId="{DDD7D95A-6018-4AB8-902C-5C41804E18DC}">
      <dgm:prSet/>
      <dgm:spPr/>
      <dgm:t>
        <a:bodyPr/>
        <a:lstStyle/>
        <a:p>
          <a:endParaRPr lang="en-US"/>
        </a:p>
      </dgm:t>
    </dgm:pt>
    <dgm:pt modelId="{E57B0AAE-AD58-4B75-80F0-60E5C664D80B}">
      <dgm:prSet/>
      <dgm:spPr/>
      <dgm:t>
        <a:bodyPr/>
        <a:lstStyle/>
        <a:p>
          <a:r>
            <a:rPr lang="en-US" dirty="0"/>
            <a:t>Which encryption approach should be used and how can it be optimized?</a:t>
          </a:r>
        </a:p>
      </dgm:t>
    </dgm:pt>
    <dgm:pt modelId="{E7FC67F6-EC75-489A-9064-9D30F8EA19ED}" type="parTrans" cxnId="{CDDF6D73-F24D-4025-982E-7D4350A7D125}">
      <dgm:prSet/>
      <dgm:spPr/>
      <dgm:t>
        <a:bodyPr/>
        <a:lstStyle/>
        <a:p>
          <a:endParaRPr lang="en-US"/>
        </a:p>
      </dgm:t>
    </dgm:pt>
    <dgm:pt modelId="{385AC921-76A5-4156-BB31-D37552381F30}" type="sibTrans" cxnId="{CDDF6D73-F24D-4025-982E-7D4350A7D125}">
      <dgm:prSet/>
      <dgm:spPr/>
      <dgm:t>
        <a:bodyPr/>
        <a:lstStyle/>
        <a:p>
          <a:endParaRPr lang="en-US"/>
        </a:p>
      </dgm:t>
    </dgm:pt>
    <dgm:pt modelId="{21FD6607-7A6F-435D-8F4C-56C4E1389314}">
      <dgm:prSet/>
      <dgm:spPr/>
      <dgm:t>
        <a:bodyPr/>
        <a:lstStyle/>
        <a:p>
          <a:r>
            <a:rPr lang="en-US" dirty="0"/>
            <a:t>Complexity Prompt:</a:t>
          </a:r>
        </a:p>
      </dgm:t>
    </dgm:pt>
    <dgm:pt modelId="{D392662E-5D98-4CA2-8F8C-F675CEF2B3DD}" type="parTrans" cxnId="{F297A52D-06BB-498A-B813-A276A569E14A}">
      <dgm:prSet/>
      <dgm:spPr/>
      <dgm:t>
        <a:bodyPr/>
        <a:lstStyle/>
        <a:p>
          <a:endParaRPr lang="en-US"/>
        </a:p>
      </dgm:t>
    </dgm:pt>
    <dgm:pt modelId="{76871E72-DDB7-45B5-B5D8-93D92F55FBBD}" type="sibTrans" cxnId="{F297A52D-06BB-498A-B813-A276A569E14A}">
      <dgm:prSet/>
      <dgm:spPr/>
      <dgm:t>
        <a:bodyPr/>
        <a:lstStyle/>
        <a:p>
          <a:endParaRPr lang="en-US"/>
        </a:p>
      </dgm:t>
    </dgm:pt>
    <dgm:pt modelId="{354A0408-CDBB-474E-9AED-3007A6216A83}">
      <dgm:prSet/>
      <dgm:spPr/>
      <dgm:t>
        <a:bodyPr/>
        <a:lstStyle/>
        <a:p>
          <a:r>
            <a:rPr lang="en-US" dirty="0"/>
            <a:t>Design a small encryption algorithm to encrypt license numbers in constant time then in log time in python.</a:t>
          </a:r>
        </a:p>
      </dgm:t>
    </dgm:pt>
    <dgm:pt modelId="{67E5C953-5EB3-4276-9D04-1829D5AF0E3E}" type="parTrans" cxnId="{CCB3AD29-411D-46CA-A668-C6362F394949}">
      <dgm:prSet/>
      <dgm:spPr/>
      <dgm:t>
        <a:bodyPr/>
        <a:lstStyle/>
        <a:p>
          <a:endParaRPr lang="en-US"/>
        </a:p>
      </dgm:t>
    </dgm:pt>
    <dgm:pt modelId="{DBEF5A03-789C-4977-ABA5-B46878F15E4A}" type="sibTrans" cxnId="{CCB3AD29-411D-46CA-A668-C6362F394949}">
      <dgm:prSet/>
      <dgm:spPr/>
      <dgm:t>
        <a:bodyPr/>
        <a:lstStyle/>
        <a:p>
          <a:endParaRPr lang="en-US"/>
        </a:p>
      </dgm:t>
    </dgm:pt>
    <dgm:pt modelId="{5E2D6849-08A0-4A98-B89C-F74768982A23}">
      <dgm:prSet/>
      <dgm:spPr/>
      <dgm:t>
        <a:bodyPr/>
        <a:lstStyle/>
        <a:p>
          <a:r>
            <a:rPr lang="en-US" dirty="0"/>
            <a:t>Security Analysis Prompt:</a:t>
          </a:r>
        </a:p>
      </dgm:t>
    </dgm:pt>
    <dgm:pt modelId="{FDC004F1-3D7C-4DDF-8C2D-DFCC6B729ACB}" type="parTrans" cxnId="{3BD6318A-3328-4FFF-AAF2-A2880216F475}">
      <dgm:prSet/>
      <dgm:spPr/>
      <dgm:t>
        <a:bodyPr/>
        <a:lstStyle/>
        <a:p>
          <a:endParaRPr lang="en-US"/>
        </a:p>
      </dgm:t>
    </dgm:pt>
    <dgm:pt modelId="{A7CD8258-BA4F-4427-AE02-9D6CD796C05B}" type="sibTrans" cxnId="{3BD6318A-3328-4FFF-AAF2-A2880216F475}">
      <dgm:prSet/>
      <dgm:spPr/>
      <dgm:t>
        <a:bodyPr/>
        <a:lstStyle/>
        <a:p>
          <a:endParaRPr lang="en-US"/>
        </a:p>
      </dgm:t>
    </dgm:pt>
    <dgm:pt modelId="{5E1F445B-7A0E-4335-8A93-4BA59DCD384B}">
      <dgm:prSet/>
      <dgm:spPr/>
      <dgm:t>
        <a:bodyPr/>
        <a:lstStyle/>
        <a:p>
          <a:r>
            <a:rPr lang="en-US" dirty="0"/>
            <a:t>Provide a solution to hash a bank’s transaction history, sacrifice computational time to prove the best security.</a:t>
          </a:r>
        </a:p>
      </dgm:t>
    </dgm:pt>
    <dgm:pt modelId="{9097335D-FE3D-48AF-9FB3-3685B44F427B}" type="parTrans" cxnId="{6F79A546-B057-4400-9932-6A3AB17BF8BB}">
      <dgm:prSet/>
      <dgm:spPr/>
      <dgm:t>
        <a:bodyPr/>
        <a:lstStyle/>
        <a:p>
          <a:endParaRPr lang="en-US"/>
        </a:p>
      </dgm:t>
    </dgm:pt>
    <dgm:pt modelId="{198C1C7D-6331-4519-B362-808AA20BCFA6}" type="sibTrans" cxnId="{6F79A546-B057-4400-9932-6A3AB17BF8BB}">
      <dgm:prSet/>
      <dgm:spPr/>
      <dgm:t>
        <a:bodyPr/>
        <a:lstStyle/>
        <a:p>
          <a:endParaRPr lang="en-US"/>
        </a:p>
      </dgm:t>
    </dgm:pt>
    <dgm:pt modelId="{9BB90B76-3955-43A4-A6F6-9A346CA73AB7}" type="pres">
      <dgm:prSet presAssocID="{842FF7C5-DDFC-4FCC-8CF6-44A4F8C4D016}" presName="linear" presStyleCnt="0">
        <dgm:presLayoutVars>
          <dgm:animLvl val="lvl"/>
          <dgm:resizeHandles val="exact"/>
        </dgm:presLayoutVars>
      </dgm:prSet>
      <dgm:spPr/>
    </dgm:pt>
    <dgm:pt modelId="{556B63D7-35A8-4E3C-A12B-0B8330C5EC23}" type="pres">
      <dgm:prSet presAssocID="{A506B450-383C-49A7-95DE-CA26ADE06E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4A11E40-FE82-4E6E-AB06-F82A9D7A872F}" type="pres">
      <dgm:prSet presAssocID="{A506B450-383C-49A7-95DE-CA26ADE06E4A}" presName="childText" presStyleLbl="revTx" presStyleIdx="0" presStyleCnt="4">
        <dgm:presLayoutVars>
          <dgm:bulletEnabled val="1"/>
        </dgm:presLayoutVars>
      </dgm:prSet>
      <dgm:spPr/>
    </dgm:pt>
    <dgm:pt modelId="{593C3B68-A051-4B7A-A7D9-C326F458E9E9}" type="pres">
      <dgm:prSet presAssocID="{CFF74401-47AE-4DDB-9170-1000D987259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9A8FEC-8851-4C5F-9AB1-5EF13D931AC4}" type="pres">
      <dgm:prSet presAssocID="{CFF74401-47AE-4DDB-9170-1000D9872599}" presName="childText" presStyleLbl="revTx" presStyleIdx="1" presStyleCnt="4">
        <dgm:presLayoutVars>
          <dgm:bulletEnabled val="1"/>
        </dgm:presLayoutVars>
      </dgm:prSet>
      <dgm:spPr/>
    </dgm:pt>
    <dgm:pt modelId="{0EB5553C-B264-4CE8-9376-34C93F20CDCF}" type="pres">
      <dgm:prSet presAssocID="{21FD6607-7A6F-435D-8F4C-56C4E138931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85293EE-F517-42D9-A193-51117CA0A769}" type="pres">
      <dgm:prSet presAssocID="{21FD6607-7A6F-435D-8F4C-56C4E1389314}" presName="childText" presStyleLbl="revTx" presStyleIdx="2" presStyleCnt="4">
        <dgm:presLayoutVars>
          <dgm:bulletEnabled val="1"/>
        </dgm:presLayoutVars>
      </dgm:prSet>
      <dgm:spPr/>
    </dgm:pt>
    <dgm:pt modelId="{5AF7264F-099F-4429-81AD-3B9D13EAD7CD}" type="pres">
      <dgm:prSet presAssocID="{5E2D6849-08A0-4A98-B89C-F74768982A2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8B2023B-B9F5-4A00-9832-4B141375B153}" type="pres">
      <dgm:prSet presAssocID="{5E2D6849-08A0-4A98-B89C-F74768982A23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747211C-A392-4CAE-8EFA-56040E9B5046}" type="presOf" srcId="{906602F9-CBE5-459C-9F9E-340033715C76}" destId="{E4A11E40-FE82-4E6E-AB06-F82A9D7A872F}" srcOrd="0" destOrd="4" presId="urn:microsoft.com/office/officeart/2005/8/layout/vList2"/>
    <dgm:cxn modelId="{B333B01C-D3F8-4AA4-9830-CB3B2646C021}" type="presOf" srcId="{1F733022-E8E0-4C8E-896B-5AF40C4C44DC}" destId="{E4A11E40-FE82-4E6E-AB06-F82A9D7A872F}" srcOrd="0" destOrd="0" presId="urn:microsoft.com/office/officeart/2005/8/layout/vList2"/>
    <dgm:cxn modelId="{CCB3AD29-411D-46CA-A668-C6362F394949}" srcId="{21FD6607-7A6F-435D-8F4C-56C4E1389314}" destId="{354A0408-CDBB-474E-9AED-3007A6216A83}" srcOrd="0" destOrd="0" parTransId="{67E5C953-5EB3-4276-9D04-1829D5AF0E3E}" sibTransId="{DBEF5A03-789C-4977-ABA5-B46878F15E4A}"/>
    <dgm:cxn modelId="{F297A52D-06BB-498A-B813-A276A569E14A}" srcId="{842FF7C5-DDFC-4FCC-8CF6-44A4F8C4D016}" destId="{21FD6607-7A6F-435D-8F4C-56C4E1389314}" srcOrd="2" destOrd="0" parTransId="{D392662E-5D98-4CA2-8F8C-F675CEF2B3DD}" sibTransId="{76871E72-DDB7-45B5-B5D8-93D92F55FBBD}"/>
    <dgm:cxn modelId="{C775F630-F094-434F-86CC-311C1AA199AB}" type="presOf" srcId="{F92BA774-45C4-4FB9-A4C9-DD4A0E80EC3E}" destId="{E4A11E40-FE82-4E6E-AB06-F82A9D7A872F}" srcOrd="0" destOrd="1" presId="urn:microsoft.com/office/officeart/2005/8/layout/vList2"/>
    <dgm:cxn modelId="{46BF8B34-F404-418D-8D6E-116E0135AEBA}" srcId="{A506B450-383C-49A7-95DE-CA26ADE06E4A}" destId="{2CEE9DCB-A6BD-46AD-B15C-0C611469F2C5}" srcOrd="2" destOrd="0" parTransId="{F8445472-BD43-4278-8516-C6B4C9552936}" sibTransId="{7B7B2F5F-316C-4E53-932E-9A97DE1FC3C3}"/>
    <dgm:cxn modelId="{FD5A6962-96A8-4955-8247-E273B22A9EF5}" srcId="{CFF74401-47AE-4DDB-9170-1000D9872599}" destId="{1212F617-CA53-4C82-ADA4-76C0B1BA278F}" srcOrd="0" destOrd="0" parTransId="{FC86BB2D-E4F9-403D-9AD2-A02BE0A7CF33}" sibTransId="{FA27F0CC-F208-4FB3-8E39-D7C03E12B95B}"/>
    <dgm:cxn modelId="{6F79A546-B057-4400-9932-6A3AB17BF8BB}" srcId="{5E2D6849-08A0-4A98-B89C-F74768982A23}" destId="{5E1F445B-7A0E-4335-8A93-4BA59DCD384B}" srcOrd="0" destOrd="0" parTransId="{9097335D-FE3D-48AF-9FB3-3685B44F427B}" sibTransId="{198C1C7D-6331-4519-B362-808AA20BCFA6}"/>
    <dgm:cxn modelId="{0822DD46-58DC-4EB1-B3BD-614CC05288DC}" type="presOf" srcId="{2CEE9DCB-A6BD-46AD-B15C-0C611469F2C5}" destId="{E4A11E40-FE82-4E6E-AB06-F82A9D7A872F}" srcOrd="0" destOrd="2" presId="urn:microsoft.com/office/officeart/2005/8/layout/vList2"/>
    <dgm:cxn modelId="{E3F25668-7811-4BE6-BFF3-6E854E56AB5A}" type="presOf" srcId="{E57B0AAE-AD58-4B75-80F0-60E5C664D80B}" destId="{FD9A8FEC-8851-4C5F-9AB1-5EF13D931AC4}" srcOrd="0" destOrd="2" presId="urn:microsoft.com/office/officeart/2005/8/layout/vList2"/>
    <dgm:cxn modelId="{522C2A69-1F50-4440-8D51-3C159F4570B1}" srcId="{A506B450-383C-49A7-95DE-CA26ADE06E4A}" destId="{1F733022-E8E0-4C8E-896B-5AF40C4C44DC}" srcOrd="0" destOrd="0" parTransId="{C7A279C0-3218-4BD0-995A-CCF5BC52CFA0}" sibTransId="{5E8FEC3F-432A-47F5-923E-CAC143E72DA0}"/>
    <dgm:cxn modelId="{0269684B-4FCC-473E-BFBA-942F503E14E6}" type="presOf" srcId="{1212F617-CA53-4C82-ADA4-76C0B1BA278F}" destId="{FD9A8FEC-8851-4C5F-9AB1-5EF13D931AC4}" srcOrd="0" destOrd="0" presId="urn:microsoft.com/office/officeart/2005/8/layout/vList2"/>
    <dgm:cxn modelId="{CDDF6D73-F24D-4025-982E-7D4350A7D125}" srcId="{CFF74401-47AE-4DDB-9170-1000D9872599}" destId="{E57B0AAE-AD58-4B75-80F0-60E5C664D80B}" srcOrd="2" destOrd="0" parTransId="{E7FC67F6-EC75-489A-9064-9D30F8EA19ED}" sibTransId="{385AC921-76A5-4156-BB31-D37552381F30}"/>
    <dgm:cxn modelId="{088F2A5A-6AFC-40D0-87B7-01BFCB64DAB9}" type="presOf" srcId="{A67A24B9-C535-4D21-BADE-46392AA34B7A}" destId="{FD9A8FEC-8851-4C5F-9AB1-5EF13D931AC4}" srcOrd="0" destOrd="1" presId="urn:microsoft.com/office/officeart/2005/8/layout/vList2"/>
    <dgm:cxn modelId="{DDD7D95A-6018-4AB8-902C-5C41804E18DC}" srcId="{CFF74401-47AE-4DDB-9170-1000D9872599}" destId="{A67A24B9-C535-4D21-BADE-46392AA34B7A}" srcOrd="1" destOrd="0" parTransId="{773816A5-E35C-4E2A-BBD8-856E61FCFAB4}" sibTransId="{D9555C8B-05DF-491A-894C-78BB76A4373D}"/>
    <dgm:cxn modelId="{7DD29481-3C19-432F-89F8-5D238BF3A8FF}" srcId="{842FF7C5-DDFC-4FCC-8CF6-44A4F8C4D016}" destId="{CFF74401-47AE-4DDB-9170-1000D9872599}" srcOrd="1" destOrd="0" parTransId="{5B1CD276-B0C6-4AEE-BFC1-35F4AD99F093}" sibTransId="{11B2A8AB-BC96-4370-9024-ECF97AE457CC}"/>
    <dgm:cxn modelId="{34EE6D82-7D06-46B0-BE7F-9ED083451D51}" srcId="{A506B450-383C-49A7-95DE-CA26ADE06E4A}" destId="{7411F774-7681-45D1-B19F-DE0AE3AAD156}" srcOrd="3" destOrd="0" parTransId="{32D09D26-93C7-4308-BAAF-A701266E82FF}" sibTransId="{5C17C577-7945-4CCA-AE1B-6F774F573566}"/>
    <dgm:cxn modelId="{3BD6318A-3328-4FFF-AAF2-A2880216F475}" srcId="{842FF7C5-DDFC-4FCC-8CF6-44A4F8C4D016}" destId="{5E2D6849-08A0-4A98-B89C-F74768982A23}" srcOrd="3" destOrd="0" parTransId="{FDC004F1-3D7C-4DDF-8C2D-DFCC6B729ACB}" sibTransId="{A7CD8258-BA4F-4427-AE02-9D6CD796C05B}"/>
    <dgm:cxn modelId="{86A9748B-49AE-4565-9BCA-F1C2B7241F37}" srcId="{A506B450-383C-49A7-95DE-CA26ADE06E4A}" destId="{F92BA774-45C4-4FB9-A4C9-DD4A0E80EC3E}" srcOrd="1" destOrd="0" parTransId="{90287BE2-7DBC-427A-BC4F-9565F37F0428}" sibTransId="{AAD41CA0-1E8A-4C3A-9617-767B25D90187}"/>
    <dgm:cxn modelId="{60AC8B8B-6AB6-4454-AFB9-492A7878F4C2}" srcId="{842FF7C5-DDFC-4FCC-8CF6-44A4F8C4D016}" destId="{A506B450-383C-49A7-95DE-CA26ADE06E4A}" srcOrd="0" destOrd="0" parTransId="{842D64C0-5B6C-493B-A87B-83442C28C50D}" sibTransId="{116DF33F-1C84-4DCE-B7D7-30ABF32B6E27}"/>
    <dgm:cxn modelId="{069310A3-D27F-47D7-8D31-EBDB0637F025}" srcId="{A506B450-383C-49A7-95DE-CA26ADE06E4A}" destId="{906602F9-CBE5-459C-9F9E-340033715C76}" srcOrd="4" destOrd="0" parTransId="{3108275D-A3FF-4111-8655-AD6F9B993709}" sibTransId="{DC7C9212-1571-4260-BA7D-0E2B610E0224}"/>
    <dgm:cxn modelId="{1B2918A5-4F9C-4A7F-8EAF-A640C2149EC5}" type="presOf" srcId="{354A0408-CDBB-474E-9AED-3007A6216A83}" destId="{085293EE-F517-42D9-A193-51117CA0A769}" srcOrd="0" destOrd="0" presId="urn:microsoft.com/office/officeart/2005/8/layout/vList2"/>
    <dgm:cxn modelId="{25F25FA5-CCF8-44A3-9326-7FD71146EA10}" type="presOf" srcId="{5E2D6849-08A0-4A98-B89C-F74768982A23}" destId="{5AF7264F-099F-4429-81AD-3B9D13EAD7CD}" srcOrd="0" destOrd="0" presId="urn:microsoft.com/office/officeart/2005/8/layout/vList2"/>
    <dgm:cxn modelId="{EBE6CEA9-78C2-420F-A11D-F44A5AED171B}" type="presOf" srcId="{7411F774-7681-45D1-B19F-DE0AE3AAD156}" destId="{E4A11E40-FE82-4E6E-AB06-F82A9D7A872F}" srcOrd="0" destOrd="3" presId="urn:microsoft.com/office/officeart/2005/8/layout/vList2"/>
    <dgm:cxn modelId="{3A4577BA-F68D-4F24-BB22-12DCE083937E}" type="presOf" srcId="{5E1F445B-7A0E-4335-8A93-4BA59DCD384B}" destId="{E8B2023B-B9F5-4A00-9832-4B141375B153}" srcOrd="0" destOrd="0" presId="urn:microsoft.com/office/officeart/2005/8/layout/vList2"/>
    <dgm:cxn modelId="{8BF1FCBA-8DFA-4BE1-83C4-FC32EDCDB813}" type="presOf" srcId="{A506B450-383C-49A7-95DE-CA26ADE06E4A}" destId="{556B63D7-35A8-4E3C-A12B-0B8330C5EC23}" srcOrd="0" destOrd="0" presId="urn:microsoft.com/office/officeart/2005/8/layout/vList2"/>
    <dgm:cxn modelId="{157FB7CB-6CD3-44F6-AA6A-54D9853FEA31}" type="presOf" srcId="{CFF74401-47AE-4DDB-9170-1000D9872599}" destId="{593C3B68-A051-4B7A-A7D9-C326F458E9E9}" srcOrd="0" destOrd="0" presId="urn:microsoft.com/office/officeart/2005/8/layout/vList2"/>
    <dgm:cxn modelId="{98E6D1CE-2C2E-41EA-98BD-998E0DCCC92B}" type="presOf" srcId="{842FF7C5-DDFC-4FCC-8CF6-44A4F8C4D016}" destId="{9BB90B76-3955-43A4-A6F6-9A346CA73AB7}" srcOrd="0" destOrd="0" presId="urn:microsoft.com/office/officeart/2005/8/layout/vList2"/>
    <dgm:cxn modelId="{280C23D2-7AEE-46A4-8158-DCA94FA582B2}" type="presOf" srcId="{21FD6607-7A6F-435D-8F4C-56C4E1389314}" destId="{0EB5553C-B264-4CE8-9376-34C93F20CDCF}" srcOrd="0" destOrd="0" presId="urn:microsoft.com/office/officeart/2005/8/layout/vList2"/>
    <dgm:cxn modelId="{712E8888-E7B2-4971-BD45-A1CD148B4BC4}" type="presParOf" srcId="{9BB90B76-3955-43A4-A6F6-9A346CA73AB7}" destId="{556B63D7-35A8-4E3C-A12B-0B8330C5EC23}" srcOrd="0" destOrd="0" presId="urn:microsoft.com/office/officeart/2005/8/layout/vList2"/>
    <dgm:cxn modelId="{3D391A04-99F5-4B43-8F74-AB51103CFB8E}" type="presParOf" srcId="{9BB90B76-3955-43A4-A6F6-9A346CA73AB7}" destId="{E4A11E40-FE82-4E6E-AB06-F82A9D7A872F}" srcOrd="1" destOrd="0" presId="urn:microsoft.com/office/officeart/2005/8/layout/vList2"/>
    <dgm:cxn modelId="{1767F04C-5EF5-460F-BEB0-F3F112F0B4BF}" type="presParOf" srcId="{9BB90B76-3955-43A4-A6F6-9A346CA73AB7}" destId="{593C3B68-A051-4B7A-A7D9-C326F458E9E9}" srcOrd="2" destOrd="0" presId="urn:microsoft.com/office/officeart/2005/8/layout/vList2"/>
    <dgm:cxn modelId="{998B35B6-95FF-4D59-B5DC-7A9201164F3F}" type="presParOf" srcId="{9BB90B76-3955-43A4-A6F6-9A346CA73AB7}" destId="{FD9A8FEC-8851-4C5F-9AB1-5EF13D931AC4}" srcOrd="3" destOrd="0" presId="urn:microsoft.com/office/officeart/2005/8/layout/vList2"/>
    <dgm:cxn modelId="{A28C70CA-D8FD-4D33-966D-F4AD7D641963}" type="presParOf" srcId="{9BB90B76-3955-43A4-A6F6-9A346CA73AB7}" destId="{0EB5553C-B264-4CE8-9376-34C93F20CDCF}" srcOrd="4" destOrd="0" presId="urn:microsoft.com/office/officeart/2005/8/layout/vList2"/>
    <dgm:cxn modelId="{997EB14D-E23E-4896-8386-4FBC16D1ADFA}" type="presParOf" srcId="{9BB90B76-3955-43A4-A6F6-9A346CA73AB7}" destId="{085293EE-F517-42D9-A193-51117CA0A769}" srcOrd="5" destOrd="0" presId="urn:microsoft.com/office/officeart/2005/8/layout/vList2"/>
    <dgm:cxn modelId="{C64F415A-A9A1-4187-B4F9-5C97E2819A34}" type="presParOf" srcId="{9BB90B76-3955-43A4-A6F6-9A346CA73AB7}" destId="{5AF7264F-099F-4429-81AD-3B9D13EAD7CD}" srcOrd="6" destOrd="0" presId="urn:microsoft.com/office/officeart/2005/8/layout/vList2"/>
    <dgm:cxn modelId="{A3760F87-A34F-4F0E-9921-DF47FEE900CF}" type="presParOf" srcId="{9BB90B76-3955-43A4-A6F6-9A346CA73AB7}" destId="{E8B2023B-B9F5-4A00-9832-4B141375B15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21C80B6-5FB8-4334-9845-CD7892855AF8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9A59676-DD5A-4C34-ADC6-E555A84ACF76}">
      <dgm:prSet/>
      <dgm:spPr/>
      <dgm:t>
        <a:bodyPr/>
        <a:lstStyle/>
        <a:p>
          <a:r>
            <a:rPr lang="en-US" dirty="0"/>
            <a:t>Limitations</a:t>
          </a:r>
        </a:p>
      </dgm:t>
    </dgm:pt>
    <dgm:pt modelId="{9635755C-A70B-4017-A466-FF24A948CED7}" type="parTrans" cxnId="{94502D07-0BBA-4123-BE1B-3A1FF34575FE}">
      <dgm:prSet/>
      <dgm:spPr/>
      <dgm:t>
        <a:bodyPr/>
        <a:lstStyle/>
        <a:p>
          <a:endParaRPr lang="en-US"/>
        </a:p>
      </dgm:t>
    </dgm:pt>
    <dgm:pt modelId="{20C7B6A4-322C-412B-AA95-072B1B3194B3}" type="sibTrans" cxnId="{94502D07-0BBA-4123-BE1B-3A1FF34575FE}">
      <dgm:prSet/>
      <dgm:spPr/>
      <dgm:t>
        <a:bodyPr/>
        <a:lstStyle/>
        <a:p>
          <a:endParaRPr lang="en-US"/>
        </a:p>
      </dgm:t>
    </dgm:pt>
    <dgm:pt modelId="{5C92A042-5D9F-4522-A851-EF161B32A8DE}">
      <dgm:prSet/>
      <dgm:spPr/>
      <dgm:t>
        <a:bodyPr/>
        <a:lstStyle/>
        <a:p>
          <a:r>
            <a:rPr lang="en-US" dirty="0"/>
            <a:t>No references or source justification for solutions</a:t>
          </a:r>
        </a:p>
      </dgm:t>
    </dgm:pt>
    <dgm:pt modelId="{3636851D-7A08-4CA4-9661-AEA33ECF31F8}" type="parTrans" cxnId="{03D8EEA4-E0A0-4CF4-904A-141C985C66CA}">
      <dgm:prSet/>
      <dgm:spPr/>
      <dgm:t>
        <a:bodyPr/>
        <a:lstStyle/>
        <a:p>
          <a:endParaRPr lang="en-US"/>
        </a:p>
      </dgm:t>
    </dgm:pt>
    <dgm:pt modelId="{3FD8F6B0-5F5E-45AE-B14A-1609BF6C2457}" type="sibTrans" cxnId="{03D8EEA4-E0A0-4CF4-904A-141C985C66CA}">
      <dgm:prSet/>
      <dgm:spPr/>
      <dgm:t>
        <a:bodyPr/>
        <a:lstStyle/>
        <a:p>
          <a:endParaRPr lang="en-US"/>
        </a:p>
      </dgm:t>
    </dgm:pt>
    <dgm:pt modelId="{23063CF0-87DF-42AE-8ABE-3F2056166552}">
      <dgm:prSet/>
      <dgm:spPr/>
      <dgm:t>
        <a:bodyPr/>
        <a:lstStyle/>
        <a:p>
          <a:r>
            <a:rPr lang="en-US"/>
            <a:t>Requires users to verify information externally</a:t>
          </a:r>
        </a:p>
      </dgm:t>
    </dgm:pt>
    <dgm:pt modelId="{D2A916B3-5FB7-488D-9CE4-B349F1A5DC10}" type="parTrans" cxnId="{658F21AD-7E2C-42DF-B985-E63D825425F4}">
      <dgm:prSet/>
      <dgm:spPr/>
      <dgm:t>
        <a:bodyPr/>
        <a:lstStyle/>
        <a:p>
          <a:endParaRPr lang="en-US"/>
        </a:p>
      </dgm:t>
    </dgm:pt>
    <dgm:pt modelId="{E45D54E6-236A-4959-9BD2-EB3FCB201E63}" type="sibTrans" cxnId="{658F21AD-7E2C-42DF-B985-E63D825425F4}">
      <dgm:prSet/>
      <dgm:spPr/>
      <dgm:t>
        <a:bodyPr/>
        <a:lstStyle/>
        <a:p>
          <a:endParaRPr lang="en-US"/>
        </a:p>
      </dgm:t>
    </dgm:pt>
    <dgm:pt modelId="{F281622C-9B64-4F84-9173-AB7D3632FFE1}">
      <dgm:prSet/>
      <dgm:spPr/>
      <dgm:t>
        <a:bodyPr/>
        <a:lstStyle/>
        <a:p>
          <a:r>
            <a:rPr lang="en-US"/>
            <a:t>Raises issues of trust and reliability</a:t>
          </a:r>
        </a:p>
      </dgm:t>
    </dgm:pt>
    <dgm:pt modelId="{921C3A43-1176-4EAC-B0AF-5531E4C324B9}" type="parTrans" cxnId="{503BA022-846E-4788-B84F-CA64B55915C0}">
      <dgm:prSet/>
      <dgm:spPr/>
      <dgm:t>
        <a:bodyPr/>
        <a:lstStyle/>
        <a:p>
          <a:endParaRPr lang="en-US"/>
        </a:p>
      </dgm:t>
    </dgm:pt>
    <dgm:pt modelId="{A3A23095-6ABC-4739-8746-CDB67B4DFF3C}" type="sibTrans" cxnId="{503BA022-846E-4788-B84F-CA64B55915C0}">
      <dgm:prSet/>
      <dgm:spPr/>
      <dgm:t>
        <a:bodyPr/>
        <a:lstStyle/>
        <a:p>
          <a:endParaRPr lang="en-US"/>
        </a:p>
      </dgm:t>
    </dgm:pt>
    <dgm:pt modelId="{35A81B38-B814-43AB-8701-53064F62DBFE}">
      <dgm:prSet/>
      <dgm:spPr/>
      <dgm:t>
        <a:bodyPr/>
        <a:lstStyle/>
        <a:p>
          <a:r>
            <a:rPr lang="en-US"/>
            <a:t>Concerns about code ownership &amp; intellectual property</a:t>
          </a:r>
        </a:p>
      </dgm:t>
    </dgm:pt>
    <dgm:pt modelId="{4905E37A-46A7-410D-8134-5F08BE8FCF3C}" type="parTrans" cxnId="{574BDFBB-39B2-4B47-93EF-5D1407AE494B}">
      <dgm:prSet/>
      <dgm:spPr/>
      <dgm:t>
        <a:bodyPr/>
        <a:lstStyle/>
        <a:p>
          <a:endParaRPr lang="en-US"/>
        </a:p>
      </dgm:t>
    </dgm:pt>
    <dgm:pt modelId="{D1F1356A-0902-4D4D-B9F3-2AECC763A853}" type="sibTrans" cxnId="{574BDFBB-39B2-4B47-93EF-5D1407AE494B}">
      <dgm:prSet/>
      <dgm:spPr/>
      <dgm:t>
        <a:bodyPr/>
        <a:lstStyle/>
        <a:p>
          <a:endParaRPr lang="en-US"/>
        </a:p>
      </dgm:t>
    </dgm:pt>
    <dgm:pt modelId="{738E6544-B9E0-45F3-B857-6B588EE53E5E}">
      <dgm:prSet/>
      <dgm:spPr/>
      <dgm:t>
        <a:bodyPr/>
        <a:lstStyle/>
        <a:p>
          <a:r>
            <a:rPr lang="en-US"/>
            <a:t>Overall credibility of AI-generated solutions is uncertain</a:t>
          </a:r>
        </a:p>
      </dgm:t>
    </dgm:pt>
    <dgm:pt modelId="{52FD0C74-A21B-4414-87EF-859F226DA054}" type="parTrans" cxnId="{E8AD7765-B33A-4FFA-96F7-B081255F2949}">
      <dgm:prSet/>
      <dgm:spPr/>
      <dgm:t>
        <a:bodyPr/>
        <a:lstStyle/>
        <a:p>
          <a:endParaRPr lang="en-US"/>
        </a:p>
      </dgm:t>
    </dgm:pt>
    <dgm:pt modelId="{63A40F99-5C9C-43D1-8621-FED27A9923A6}" type="sibTrans" cxnId="{E8AD7765-B33A-4FFA-96F7-B081255F2949}">
      <dgm:prSet/>
      <dgm:spPr/>
      <dgm:t>
        <a:bodyPr/>
        <a:lstStyle/>
        <a:p>
          <a:endParaRPr lang="en-US"/>
        </a:p>
      </dgm:t>
    </dgm:pt>
    <dgm:pt modelId="{C2D94C92-4AE2-4427-8F65-0B31D640432F}">
      <dgm:prSet/>
      <dgm:spPr/>
      <dgm:t>
        <a:bodyPr/>
        <a:lstStyle/>
        <a:p>
          <a:r>
            <a:rPr lang="en-US" dirty="0"/>
            <a:t>Success rates</a:t>
          </a:r>
        </a:p>
      </dgm:t>
    </dgm:pt>
    <dgm:pt modelId="{F70CACFF-407F-4150-AFBF-56C8174CC6C1}" type="parTrans" cxnId="{97C87D0B-8245-4DB5-9A6D-F0DCEF71204E}">
      <dgm:prSet/>
      <dgm:spPr/>
      <dgm:t>
        <a:bodyPr/>
        <a:lstStyle/>
        <a:p>
          <a:endParaRPr lang="en-US"/>
        </a:p>
      </dgm:t>
    </dgm:pt>
    <dgm:pt modelId="{E46F9660-90DA-4425-BD75-2359C7DFF193}" type="sibTrans" cxnId="{97C87D0B-8245-4DB5-9A6D-F0DCEF71204E}">
      <dgm:prSet/>
      <dgm:spPr/>
      <dgm:t>
        <a:bodyPr/>
        <a:lstStyle/>
        <a:p>
          <a:endParaRPr lang="en-US"/>
        </a:p>
      </dgm:t>
    </dgm:pt>
    <dgm:pt modelId="{450D778E-0C07-4CB7-AA70-E64A45077DA0}">
      <dgm:prSet/>
      <dgm:spPr/>
      <dgm:t>
        <a:bodyPr/>
        <a:lstStyle/>
        <a:p>
          <a:r>
            <a:rPr lang="en-US" dirty="0"/>
            <a:t>Solve both basic and complex problems</a:t>
          </a:r>
        </a:p>
      </dgm:t>
    </dgm:pt>
    <dgm:pt modelId="{F4C1A868-283B-450F-9780-3FAF48B9BEF6}" type="parTrans" cxnId="{C0CE4060-917E-434A-95D6-5390186EFB10}">
      <dgm:prSet/>
      <dgm:spPr/>
      <dgm:t>
        <a:bodyPr/>
        <a:lstStyle/>
        <a:p>
          <a:endParaRPr lang="en-US"/>
        </a:p>
      </dgm:t>
    </dgm:pt>
    <dgm:pt modelId="{65526A3B-1A6D-4E73-A118-40DF404A3C9D}" type="sibTrans" cxnId="{C0CE4060-917E-434A-95D6-5390186EFB10}">
      <dgm:prSet/>
      <dgm:spPr/>
      <dgm:t>
        <a:bodyPr/>
        <a:lstStyle/>
        <a:p>
          <a:endParaRPr lang="en-US"/>
        </a:p>
      </dgm:t>
    </dgm:pt>
    <dgm:pt modelId="{19E611CC-6042-41B2-B243-6E187B78ECFC}" type="pres">
      <dgm:prSet presAssocID="{421C80B6-5FB8-4334-9845-CD7892855AF8}" presName="linear" presStyleCnt="0">
        <dgm:presLayoutVars>
          <dgm:dir/>
          <dgm:animLvl val="lvl"/>
          <dgm:resizeHandles val="exact"/>
        </dgm:presLayoutVars>
      </dgm:prSet>
      <dgm:spPr/>
    </dgm:pt>
    <dgm:pt modelId="{5801793C-45D6-458E-8C02-21059176A3FF}" type="pres">
      <dgm:prSet presAssocID="{D9A59676-DD5A-4C34-ADC6-E555A84ACF76}" presName="parentLin" presStyleCnt="0"/>
      <dgm:spPr/>
    </dgm:pt>
    <dgm:pt modelId="{C4AEDAC1-16CF-4E6E-8EF8-370A7BF56D0B}" type="pres">
      <dgm:prSet presAssocID="{D9A59676-DD5A-4C34-ADC6-E555A84ACF76}" presName="parentLeftMargin" presStyleLbl="node1" presStyleIdx="0" presStyleCnt="3"/>
      <dgm:spPr/>
    </dgm:pt>
    <dgm:pt modelId="{6D5B6413-A5D0-4244-AF73-3027C71B011A}" type="pres">
      <dgm:prSet presAssocID="{D9A59676-DD5A-4C34-ADC6-E555A84ACF7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40975C3-5DBE-4D71-8FA5-3EFD619454EF}" type="pres">
      <dgm:prSet presAssocID="{D9A59676-DD5A-4C34-ADC6-E555A84ACF76}" presName="negativeSpace" presStyleCnt="0"/>
      <dgm:spPr/>
    </dgm:pt>
    <dgm:pt modelId="{624FE44B-6AD9-494F-8C07-97289484C113}" type="pres">
      <dgm:prSet presAssocID="{D9A59676-DD5A-4C34-ADC6-E555A84ACF76}" presName="childText" presStyleLbl="conFgAcc1" presStyleIdx="0" presStyleCnt="3">
        <dgm:presLayoutVars>
          <dgm:bulletEnabled val="1"/>
        </dgm:presLayoutVars>
      </dgm:prSet>
      <dgm:spPr/>
    </dgm:pt>
    <dgm:pt modelId="{2367CB68-A6EA-47CC-8CFD-C07C11D1E66F}" type="pres">
      <dgm:prSet presAssocID="{20C7B6A4-322C-412B-AA95-072B1B3194B3}" presName="spaceBetweenRectangles" presStyleCnt="0"/>
      <dgm:spPr/>
    </dgm:pt>
    <dgm:pt modelId="{D4725707-5B19-4D50-B6B2-1C3C981AF1F9}" type="pres">
      <dgm:prSet presAssocID="{C2D94C92-4AE2-4427-8F65-0B31D640432F}" presName="parentLin" presStyleCnt="0"/>
      <dgm:spPr/>
    </dgm:pt>
    <dgm:pt modelId="{96FD5E5B-4311-4D39-882F-5AF177F53F2B}" type="pres">
      <dgm:prSet presAssocID="{C2D94C92-4AE2-4427-8F65-0B31D640432F}" presName="parentLeftMargin" presStyleLbl="node1" presStyleIdx="0" presStyleCnt="3"/>
      <dgm:spPr/>
    </dgm:pt>
    <dgm:pt modelId="{0ACF2916-1454-4BD5-910C-2376F34DAEB5}" type="pres">
      <dgm:prSet presAssocID="{C2D94C92-4AE2-4427-8F65-0B31D640432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5316F77-FB6E-4887-9DB8-F50E4A5DC5AD}" type="pres">
      <dgm:prSet presAssocID="{C2D94C92-4AE2-4427-8F65-0B31D640432F}" presName="negativeSpace" presStyleCnt="0"/>
      <dgm:spPr/>
    </dgm:pt>
    <dgm:pt modelId="{A7B13FA9-A9B8-495C-A788-7AE27C5CAFBC}" type="pres">
      <dgm:prSet presAssocID="{C2D94C92-4AE2-4427-8F65-0B31D640432F}" presName="childText" presStyleLbl="conFgAcc1" presStyleIdx="1" presStyleCnt="3">
        <dgm:presLayoutVars>
          <dgm:bulletEnabled val="1"/>
        </dgm:presLayoutVars>
      </dgm:prSet>
      <dgm:spPr/>
    </dgm:pt>
    <dgm:pt modelId="{36C4C07E-ABF2-43AC-8AB3-F98D0B6C0F69}" type="pres">
      <dgm:prSet presAssocID="{E46F9660-90DA-4425-BD75-2359C7DFF193}" presName="spaceBetweenRectangles" presStyleCnt="0"/>
      <dgm:spPr/>
    </dgm:pt>
    <dgm:pt modelId="{20D511A3-E485-4061-88D5-C098753C5DA5}" type="pres">
      <dgm:prSet presAssocID="{450D778E-0C07-4CB7-AA70-E64A45077DA0}" presName="parentLin" presStyleCnt="0"/>
      <dgm:spPr/>
    </dgm:pt>
    <dgm:pt modelId="{4AB7FEA5-D4B2-4F03-92D5-2BB0E529C19A}" type="pres">
      <dgm:prSet presAssocID="{450D778E-0C07-4CB7-AA70-E64A45077DA0}" presName="parentLeftMargin" presStyleLbl="node1" presStyleIdx="1" presStyleCnt="3"/>
      <dgm:spPr/>
    </dgm:pt>
    <dgm:pt modelId="{259B1029-F2B4-4CFB-BF32-F87AD8DAA2E9}" type="pres">
      <dgm:prSet presAssocID="{450D778E-0C07-4CB7-AA70-E64A45077D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86AE322-F330-4939-9BC1-05BAF52FA973}" type="pres">
      <dgm:prSet presAssocID="{450D778E-0C07-4CB7-AA70-E64A45077DA0}" presName="negativeSpace" presStyleCnt="0"/>
      <dgm:spPr/>
    </dgm:pt>
    <dgm:pt modelId="{BA69B9C5-7B92-4D3A-97C1-41BF015F84CC}" type="pres">
      <dgm:prSet presAssocID="{450D778E-0C07-4CB7-AA70-E64A45077DA0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4502D07-0BBA-4123-BE1B-3A1FF34575FE}" srcId="{421C80B6-5FB8-4334-9845-CD7892855AF8}" destId="{D9A59676-DD5A-4C34-ADC6-E555A84ACF76}" srcOrd="0" destOrd="0" parTransId="{9635755C-A70B-4017-A466-FF24A948CED7}" sibTransId="{20C7B6A4-322C-412B-AA95-072B1B3194B3}"/>
    <dgm:cxn modelId="{97C87D0B-8245-4DB5-9A6D-F0DCEF71204E}" srcId="{421C80B6-5FB8-4334-9845-CD7892855AF8}" destId="{C2D94C92-4AE2-4427-8F65-0B31D640432F}" srcOrd="1" destOrd="0" parTransId="{F70CACFF-407F-4150-AFBF-56C8174CC6C1}" sibTransId="{E46F9660-90DA-4425-BD75-2359C7DFF193}"/>
    <dgm:cxn modelId="{8E39B214-5684-4AA6-8D61-51171B974333}" type="presOf" srcId="{C2D94C92-4AE2-4427-8F65-0B31D640432F}" destId="{96FD5E5B-4311-4D39-882F-5AF177F53F2B}" srcOrd="0" destOrd="0" presId="urn:microsoft.com/office/officeart/2005/8/layout/list1"/>
    <dgm:cxn modelId="{7557881D-47E0-4AA7-953F-77E5803B065B}" type="presOf" srcId="{421C80B6-5FB8-4334-9845-CD7892855AF8}" destId="{19E611CC-6042-41B2-B243-6E187B78ECFC}" srcOrd="0" destOrd="0" presId="urn:microsoft.com/office/officeart/2005/8/layout/list1"/>
    <dgm:cxn modelId="{503BA022-846E-4788-B84F-CA64B55915C0}" srcId="{D9A59676-DD5A-4C34-ADC6-E555A84ACF76}" destId="{F281622C-9B64-4F84-9173-AB7D3632FFE1}" srcOrd="2" destOrd="0" parTransId="{921C3A43-1176-4EAC-B0AF-5531E4C324B9}" sibTransId="{A3A23095-6ABC-4739-8746-CDB67B4DFF3C}"/>
    <dgm:cxn modelId="{10386C2F-1A6D-482C-8E44-25B87C5EB073}" type="presOf" srcId="{450D778E-0C07-4CB7-AA70-E64A45077DA0}" destId="{4AB7FEA5-D4B2-4F03-92D5-2BB0E529C19A}" srcOrd="0" destOrd="0" presId="urn:microsoft.com/office/officeart/2005/8/layout/list1"/>
    <dgm:cxn modelId="{C0CE4060-917E-434A-95D6-5390186EFB10}" srcId="{421C80B6-5FB8-4334-9845-CD7892855AF8}" destId="{450D778E-0C07-4CB7-AA70-E64A45077DA0}" srcOrd="2" destOrd="0" parTransId="{F4C1A868-283B-450F-9780-3FAF48B9BEF6}" sibTransId="{65526A3B-1A6D-4E73-A118-40DF404A3C9D}"/>
    <dgm:cxn modelId="{39DAAB64-80ED-4FBE-AAE1-4C58F3326C0B}" type="presOf" srcId="{D9A59676-DD5A-4C34-ADC6-E555A84ACF76}" destId="{C4AEDAC1-16CF-4E6E-8EF8-370A7BF56D0B}" srcOrd="0" destOrd="0" presId="urn:microsoft.com/office/officeart/2005/8/layout/list1"/>
    <dgm:cxn modelId="{E8AD7765-B33A-4FFA-96F7-B081255F2949}" srcId="{D9A59676-DD5A-4C34-ADC6-E555A84ACF76}" destId="{738E6544-B9E0-45F3-B857-6B588EE53E5E}" srcOrd="4" destOrd="0" parTransId="{52FD0C74-A21B-4414-87EF-859F226DA054}" sibTransId="{63A40F99-5C9C-43D1-8621-FED27A9923A6}"/>
    <dgm:cxn modelId="{7FE1D775-014C-4109-B5EE-95E9C2EEE344}" type="presOf" srcId="{C2D94C92-4AE2-4427-8F65-0B31D640432F}" destId="{0ACF2916-1454-4BD5-910C-2376F34DAEB5}" srcOrd="1" destOrd="0" presId="urn:microsoft.com/office/officeart/2005/8/layout/list1"/>
    <dgm:cxn modelId="{2F22B276-8601-439A-9FD4-FF852D022AE5}" type="presOf" srcId="{F281622C-9B64-4F84-9173-AB7D3632FFE1}" destId="{624FE44B-6AD9-494F-8C07-97289484C113}" srcOrd="0" destOrd="2" presId="urn:microsoft.com/office/officeart/2005/8/layout/list1"/>
    <dgm:cxn modelId="{6A2CC37F-516F-4A78-8C4E-0A432C18E90A}" type="presOf" srcId="{738E6544-B9E0-45F3-B857-6B588EE53E5E}" destId="{624FE44B-6AD9-494F-8C07-97289484C113}" srcOrd="0" destOrd="4" presId="urn:microsoft.com/office/officeart/2005/8/layout/list1"/>
    <dgm:cxn modelId="{10A7ED8B-D4FA-44AF-B120-541BA59505A2}" type="presOf" srcId="{D9A59676-DD5A-4C34-ADC6-E555A84ACF76}" destId="{6D5B6413-A5D0-4244-AF73-3027C71B011A}" srcOrd="1" destOrd="0" presId="urn:microsoft.com/office/officeart/2005/8/layout/list1"/>
    <dgm:cxn modelId="{6E0A1E8E-AA5F-4D1B-83E1-F26D82A793BC}" type="presOf" srcId="{450D778E-0C07-4CB7-AA70-E64A45077DA0}" destId="{259B1029-F2B4-4CFB-BF32-F87AD8DAA2E9}" srcOrd="1" destOrd="0" presId="urn:microsoft.com/office/officeart/2005/8/layout/list1"/>
    <dgm:cxn modelId="{4D45F791-E3DA-44DD-9246-79858BECD5A9}" type="presOf" srcId="{5C92A042-5D9F-4522-A851-EF161B32A8DE}" destId="{624FE44B-6AD9-494F-8C07-97289484C113}" srcOrd="0" destOrd="0" presId="urn:microsoft.com/office/officeart/2005/8/layout/list1"/>
    <dgm:cxn modelId="{2A697292-8CBE-4DF5-AA10-EE8996ABE064}" type="presOf" srcId="{23063CF0-87DF-42AE-8ABE-3F2056166552}" destId="{624FE44B-6AD9-494F-8C07-97289484C113}" srcOrd="0" destOrd="1" presId="urn:microsoft.com/office/officeart/2005/8/layout/list1"/>
    <dgm:cxn modelId="{03D8EEA4-E0A0-4CF4-904A-141C985C66CA}" srcId="{D9A59676-DD5A-4C34-ADC6-E555A84ACF76}" destId="{5C92A042-5D9F-4522-A851-EF161B32A8DE}" srcOrd="0" destOrd="0" parTransId="{3636851D-7A08-4CA4-9661-AEA33ECF31F8}" sibTransId="{3FD8F6B0-5F5E-45AE-B14A-1609BF6C2457}"/>
    <dgm:cxn modelId="{80B711A6-A009-4445-AE1A-0B61BEEA0BB8}" type="presOf" srcId="{35A81B38-B814-43AB-8701-53064F62DBFE}" destId="{624FE44B-6AD9-494F-8C07-97289484C113}" srcOrd="0" destOrd="3" presId="urn:microsoft.com/office/officeart/2005/8/layout/list1"/>
    <dgm:cxn modelId="{658F21AD-7E2C-42DF-B985-E63D825425F4}" srcId="{D9A59676-DD5A-4C34-ADC6-E555A84ACF76}" destId="{23063CF0-87DF-42AE-8ABE-3F2056166552}" srcOrd="1" destOrd="0" parTransId="{D2A916B3-5FB7-488D-9CE4-B349F1A5DC10}" sibTransId="{E45D54E6-236A-4959-9BD2-EB3FCB201E63}"/>
    <dgm:cxn modelId="{574BDFBB-39B2-4B47-93EF-5D1407AE494B}" srcId="{D9A59676-DD5A-4C34-ADC6-E555A84ACF76}" destId="{35A81B38-B814-43AB-8701-53064F62DBFE}" srcOrd="3" destOrd="0" parTransId="{4905E37A-46A7-410D-8134-5F08BE8FCF3C}" sibTransId="{D1F1356A-0902-4D4D-B9F3-2AECC763A853}"/>
    <dgm:cxn modelId="{B545D076-F27A-4D4A-85C8-5019CBA68752}" type="presParOf" srcId="{19E611CC-6042-41B2-B243-6E187B78ECFC}" destId="{5801793C-45D6-458E-8C02-21059176A3FF}" srcOrd="0" destOrd="0" presId="urn:microsoft.com/office/officeart/2005/8/layout/list1"/>
    <dgm:cxn modelId="{B2BF0747-A4DF-442F-8FDE-66E49D837819}" type="presParOf" srcId="{5801793C-45D6-458E-8C02-21059176A3FF}" destId="{C4AEDAC1-16CF-4E6E-8EF8-370A7BF56D0B}" srcOrd="0" destOrd="0" presId="urn:microsoft.com/office/officeart/2005/8/layout/list1"/>
    <dgm:cxn modelId="{1D8BFE1C-7E37-4C1F-9E8C-7CB34985CA33}" type="presParOf" srcId="{5801793C-45D6-458E-8C02-21059176A3FF}" destId="{6D5B6413-A5D0-4244-AF73-3027C71B011A}" srcOrd="1" destOrd="0" presId="urn:microsoft.com/office/officeart/2005/8/layout/list1"/>
    <dgm:cxn modelId="{6AB70216-5067-4B97-9709-A46BB949C3D5}" type="presParOf" srcId="{19E611CC-6042-41B2-B243-6E187B78ECFC}" destId="{840975C3-5DBE-4D71-8FA5-3EFD619454EF}" srcOrd="1" destOrd="0" presId="urn:microsoft.com/office/officeart/2005/8/layout/list1"/>
    <dgm:cxn modelId="{D54AA397-3760-4CB7-BD0F-06F9B2A37F40}" type="presParOf" srcId="{19E611CC-6042-41B2-B243-6E187B78ECFC}" destId="{624FE44B-6AD9-494F-8C07-97289484C113}" srcOrd="2" destOrd="0" presId="urn:microsoft.com/office/officeart/2005/8/layout/list1"/>
    <dgm:cxn modelId="{4E3E6D96-2738-4957-B94B-36B6C23A215F}" type="presParOf" srcId="{19E611CC-6042-41B2-B243-6E187B78ECFC}" destId="{2367CB68-A6EA-47CC-8CFD-C07C11D1E66F}" srcOrd="3" destOrd="0" presId="urn:microsoft.com/office/officeart/2005/8/layout/list1"/>
    <dgm:cxn modelId="{99C7E8A4-9706-4341-9111-9288AA0C637F}" type="presParOf" srcId="{19E611CC-6042-41B2-B243-6E187B78ECFC}" destId="{D4725707-5B19-4D50-B6B2-1C3C981AF1F9}" srcOrd="4" destOrd="0" presId="urn:microsoft.com/office/officeart/2005/8/layout/list1"/>
    <dgm:cxn modelId="{4B5D2366-BDDB-4496-8354-CF9CE168C91E}" type="presParOf" srcId="{D4725707-5B19-4D50-B6B2-1C3C981AF1F9}" destId="{96FD5E5B-4311-4D39-882F-5AF177F53F2B}" srcOrd="0" destOrd="0" presId="urn:microsoft.com/office/officeart/2005/8/layout/list1"/>
    <dgm:cxn modelId="{8915D0C2-C9A9-4803-8C84-2C694CF1C8E4}" type="presParOf" srcId="{D4725707-5B19-4D50-B6B2-1C3C981AF1F9}" destId="{0ACF2916-1454-4BD5-910C-2376F34DAEB5}" srcOrd="1" destOrd="0" presId="urn:microsoft.com/office/officeart/2005/8/layout/list1"/>
    <dgm:cxn modelId="{460A378A-D7AA-4D1C-8E8E-7B4BEEE42F49}" type="presParOf" srcId="{19E611CC-6042-41B2-B243-6E187B78ECFC}" destId="{55316F77-FB6E-4887-9DB8-F50E4A5DC5AD}" srcOrd="5" destOrd="0" presId="urn:microsoft.com/office/officeart/2005/8/layout/list1"/>
    <dgm:cxn modelId="{731D3C28-124E-40D6-8E0B-B42375962E36}" type="presParOf" srcId="{19E611CC-6042-41B2-B243-6E187B78ECFC}" destId="{A7B13FA9-A9B8-495C-A788-7AE27C5CAFBC}" srcOrd="6" destOrd="0" presId="urn:microsoft.com/office/officeart/2005/8/layout/list1"/>
    <dgm:cxn modelId="{24EFA9AC-1355-46EC-8D3D-35BF4A00E506}" type="presParOf" srcId="{19E611CC-6042-41B2-B243-6E187B78ECFC}" destId="{36C4C07E-ABF2-43AC-8AB3-F98D0B6C0F69}" srcOrd="7" destOrd="0" presId="urn:microsoft.com/office/officeart/2005/8/layout/list1"/>
    <dgm:cxn modelId="{5090134E-5A31-465F-8CA4-526E7160D811}" type="presParOf" srcId="{19E611CC-6042-41B2-B243-6E187B78ECFC}" destId="{20D511A3-E485-4061-88D5-C098753C5DA5}" srcOrd="8" destOrd="0" presId="urn:microsoft.com/office/officeart/2005/8/layout/list1"/>
    <dgm:cxn modelId="{6487E562-9401-4013-A173-5C7724F61FC7}" type="presParOf" srcId="{20D511A3-E485-4061-88D5-C098753C5DA5}" destId="{4AB7FEA5-D4B2-4F03-92D5-2BB0E529C19A}" srcOrd="0" destOrd="0" presId="urn:microsoft.com/office/officeart/2005/8/layout/list1"/>
    <dgm:cxn modelId="{0B829181-5F62-4F53-A210-1FAFB425C4C2}" type="presParOf" srcId="{20D511A3-E485-4061-88D5-C098753C5DA5}" destId="{259B1029-F2B4-4CFB-BF32-F87AD8DAA2E9}" srcOrd="1" destOrd="0" presId="urn:microsoft.com/office/officeart/2005/8/layout/list1"/>
    <dgm:cxn modelId="{B2C8C6C3-7347-438F-B2C9-1B905B75709F}" type="presParOf" srcId="{19E611CC-6042-41B2-B243-6E187B78ECFC}" destId="{186AE322-F330-4939-9BC1-05BAF52FA973}" srcOrd="9" destOrd="0" presId="urn:microsoft.com/office/officeart/2005/8/layout/list1"/>
    <dgm:cxn modelId="{D5A79308-7634-45F6-95F3-9E5668F7D608}" type="presParOf" srcId="{19E611CC-6042-41B2-B243-6E187B78ECFC}" destId="{BA69B9C5-7B92-4D3A-97C1-41BF015F84CC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164230A-E4D9-472A-A2E9-0928093DE36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8139F1A-A6A7-432B-8781-7A4A3DED4A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Further testing</a:t>
          </a:r>
        </a:p>
      </dgm:t>
    </dgm:pt>
    <dgm:pt modelId="{E914C820-F9DE-47EC-9F73-936C9F42AB5B}" type="parTrans" cxnId="{0040673C-1203-48E6-AC57-F1184954747E}">
      <dgm:prSet/>
      <dgm:spPr/>
      <dgm:t>
        <a:bodyPr/>
        <a:lstStyle/>
        <a:p>
          <a:endParaRPr lang="en-US"/>
        </a:p>
      </dgm:t>
    </dgm:pt>
    <dgm:pt modelId="{A2646469-F1C6-47E6-BBFA-5DF18D058547}" type="sibTrans" cxnId="{0040673C-1203-48E6-AC57-F1184954747E}">
      <dgm:prSet/>
      <dgm:spPr/>
      <dgm:t>
        <a:bodyPr/>
        <a:lstStyle/>
        <a:p>
          <a:endParaRPr lang="en-US"/>
        </a:p>
      </dgm:t>
    </dgm:pt>
    <dgm:pt modelId="{18088FB2-9739-4FD1-B605-8E749E114D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Prompts with varying information: vague/detailed</a:t>
          </a:r>
        </a:p>
      </dgm:t>
    </dgm:pt>
    <dgm:pt modelId="{6727F9B5-275F-4C72-879E-3B1EF9CD4DAC}" type="parTrans" cxnId="{3E3A2A63-D5F9-45E4-A9F1-C7586559D632}">
      <dgm:prSet/>
      <dgm:spPr/>
      <dgm:t>
        <a:bodyPr/>
        <a:lstStyle/>
        <a:p>
          <a:endParaRPr lang="en-US"/>
        </a:p>
      </dgm:t>
    </dgm:pt>
    <dgm:pt modelId="{7E6E6C79-13F4-445D-A6C2-642E2E73C0C1}" type="sibTrans" cxnId="{3E3A2A63-D5F9-45E4-A9F1-C7586559D632}">
      <dgm:prSet/>
      <dgm:spPr/>
      <dgm:t>
        <a:bodyPr/>
        <a:lstStyle/>
        <a:p>
          <a:endParaRPr lang="en-US"/>
        </a:p>
      </dgm:t>
    </dgm:pt>
    <dgm:pt modelId="{8297205D-8C73-416F-9724-10DD90272D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Test with additional time complexities</a:t>
          </a:r>
        </a:p>
      </dgm:t>
    </dgm:pt>
    <dgm:pt modelId="{1A6556AD-6CF2-4598-9270-415BC1496414}" type="parTrans" cxnId="{4F5D4AF2-3259-4C83-85CB-825A05E68D1C}">
      <dgm:prSet/>
      <dgm:spPr/>
      <dgm:t>
        <a:bodyPr/>
        <a:lstStyle/>
        <a:p>
          <a:endParaRPr lang="en-US"/>
        </a:p>
      </dgm:t>
    </dgm:pt>
    <dgm:pt modelId="{E8DA3550-6FCD-4CFD-BDAB-61ACC51FF0E0}" type="sibTrans" cxnId="{4F5D4AF2-3259-4C83-85CB-825A05E68D1C}">
      <dgm:prSet/>
      <dgm:spPr/>
      <dgm:t>
        <a:bodyPr/>
        <a:lstStyle/>
        <a:p>
          <a:endParaRPr lang="en-US"/>
        </a:p>
      </dgm:t>
    </dgm:pt>
    <dgm:pt modelId="{6B226C3D-CD8C-488C-AA32-09990BB56959}" type="pres">
      <dgm:prSet presAssocID="{9164230A-E4D9-472A-A2E9-0928093DE36C}" presName="root" presStyleCnt="0">
        <dgm:presLayoutVars>
          <dgm:dir/>
          <dgm:resizeHandles val="exact"/>
        </dgm:presLayoutVars>
      </dgm:prSet>
      <dgm:spPr/>
    </dgm:pt>
    <dgm:pt modelId="{F10114C1-F545-4423-ACEC-FE0E19ABF032}" type="pres">
      <dgm:prSet presAssocID="{28139F1A-A6A7-432B-8781-7A4A3DED4A93}" presName="compNode" presStyleCnt="0"/>
      <dgm:spPr/>
    </dgm:pt>
    <dgm:pt modelId="{63291D35-3C29-4466-957F-81B83FEE7265}" type="pres">
      <dgm:prSet presAssocID="{28139F1A-A6A7-432B-8781-7A4A3DED4A93}" presName="bgRect" presStyleLbl="bgShp" presStyleIdx="0" presStyleCnt="3"/>
      <dgm:spPr/>
    </dgm:pt>
    <dgm:pt modelId="{A760F972-4AE9-4823-9A5E-7E7B1CFB9519}" type="pres">
      <dgm:prSet presAssocID="{28139F1A-A6A7-432B-8781-7A4A3DED4A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3BE4159-D4D6-49C3-95AA-AE5202E91BE2}" type="pres">
      <dgm:prSet presAssocID="{28139F1A-A6A7-432B-8781-7A4A3DED4A93}" presName="spaceRect" presStyleCnt="0"/>
      <dgm:spPr/>
    </dgm:pt>
    <dgm:pt modelId="{855C998C-AD7A-4898-AF13-BEADE65284FA}" type="pres">
      <dgm:prSet presAssocID="{28139F1A-A6A7-432B-8781-7A4A3DED4A93}" presName="parTx" presStyleLbl="revTx" presStyleIdx="0" presStyleCnt="3">
        <dgm:presLayoutVars>
          <dgm:chMax val="0"/>
          <dgm:chPref val="0"/>
        </dgm:presLayoutVars>
      </dgm:prSet>
      <dgm:spPr/>
    </dgm:pt>
    <dgm:pt modelId="{23540EEC-1A10-4B4A-A311-500808351983}" type="pres">
      <dgm:prSet presAssocID="{A2646469-F1C6-47E6-BBFA-5DF18D058547}" presName="sibTrans" presStyleCnt="0"/>
      <dgm:spPr/>
    </dgm:pt>
    <dgm:pt modelId="{4C4110E6-786D-40FF-9B4E-E91105C12B26}" type="pres">
      <dgm:prSet presAssocID="{18088FB2-9739-4FD1-B605-8E749E114D27}" presName="compNode" presStyleCnt="0"/>
      <dgm:spPr/>
    </dgm:pt>
    <dgm:pt modelId="{574A995F-5D9F-4AEE-8E81-C9454B8C32FE}" type="pres">
      <dgm:prSet presAssocID="{18088FB2-9739-4FD1-B605-8E749E114D27}" presName="bgRect" presStyleLbl="bgShp" presStyleIdx="1" presStyleCnt="3"/>
      <dgm:spPr/>
    </dgm:pt>
    <dgm:pt modelId="{EE517F91-02DF-43EA-B262-B0F46B2F12DD}" type="pres">
      <dgm:prSet presAssocID="{18088FB2-9739-4FD1-B605-8E749E114D2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336629A9-E128-4206-A89D-B203DCDB1F0E}" type="pres">
      <dgm:prSet presAssocID="{18088FB2-9739-4FD1-B605-8E749E114D27}" presName="spaceRect" presStyleCnt="0"/>
      <dgm:spPr/>
    </dgm:pt>
    <dgm:pt modelId="{7CA2CE0E-1285-4F2D-9235-F5C9D0CDE12C}" type="pres">
      <dgm:prSet presAssocID="{18088FB2-9739-4FD1-B605-8E749E114D27}" presName="parTx" presStyleLbl="revTx" presStyleIdx="1" presStyleCnt="3">
        <dgm:presLayoutVars>
          <dgm:chMax val="0"/>
          <dgm:chPref val="0"/>
        </dgm:presLayoutVars>
      </dgm:prSet>
      <dgm:spPr/>
    </dgm:pt>
    <dgm:pt modelId="{902E3691-0A58-441A-9940-385AF81918B7}" type="pres">
      <dgm:prSet presAssocID="{7E6E6C79-13F4-445D-A6C2-642E2E73C0C1}" presName="sibTrans" presStyleCnt="0"/>
      <dgm:spPr/>
    </dgm:pt>
    <dgm:pt modelId="{B7FA2E9A-78BC-45AC-9B12-338F3B27CF5A}" type="pres">
      <dgm:prSet presAssocID="{8297205D-8C73-416F-9724-10DD90272DD8}" presName="compNode" presStyleCnt="0"/>
      <dgm:spPr/>
    </dgm:pt>
    <dgm:pt modelId="{6115EA0B-DCD2-4228-A765-41A3E9380ACC}" type="pres">
      <dgm:prSet presAssocID="{8297205D-8C73-416F-9724-10DD90272DD8}" presName="bgRect" presStyleLbl="bgShp" presStyleIdx="2" presStyleCnt="3"/>
      <dgm:spPr/>
    </dgm:pt>
    <dgm:pt modelId="{6FE2FB84-F67B-4C7C-A9A3-1DB02FD272CE}" type="pres">
      <dgm:prSet presAssocID="{8297205D-8C73-416F-9724-10DD90272DD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FFAB4305-00DB-4AE4-B281-494010E5E648}" type="pres">
      <dgm:prSet presAssocID="{8297205D-8C73-416F-9724-10DD90272DD8}" presName="spaceRect" presStyleCnt="0"/>
      <dgm:spPr/>
    </dgm:pt>
    <dgm:pt modelId="{A15116E1-1D83-4452-B459-7F888022D055}" type="pres">
      <dgm:prSet presAssocID="{8297205D-8C73-416F-9724-10DD90272DD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040673C-1203-48E6-AC57-F1184954747E}" srcId="{9164230A-E4D9-472A-A2E9-0928093DE36C}" destId="{28139F1A-A6A7-432B-8781-7A4A3DED4A93}" srcOrd="0" destOrd="0" parTransId="{E914C820-F9DE-47EC-9F73-936C9F42AB5B}" sibTransId="{A2646469-F1C6-47E6-BBFA-5DF18D058547}"/>
    <dgm:cxn modelId="{3E3A2A63-D5F9-45E4-A9F1-C7586559D632}" srcId="{9164230A-E4D9-472A-A2E9-0928093DE36C}" destId="{18088FB2-9739-4FD1-B605-8E749E114D27}" srcOrd="1" destOrd="0" parTransId="{6727F9B5-275F-4C72-879E-3B1EF9CD4DAC}" sibTransId="{7E6E6C79-13F4-445D-A6C2-642E2E73C0C1}"/>
    <dgm:cxn modelId="{65B70981-48C9-49EE-822D-965934D6A4EC}" type="presOf" srcId="{28139F1A-A6A7-432B-8781-7A4A3DED4A93}" destId="{855C998C-AD7A-4898-AF13-BEADE65284FA}" srcOrd="0" destOrd="0" presId="urn:microsoft.com/office/officeart/2018/2/layout/IconVerticalSolidList"/>
    <dgm:cxn modelId="{36B501CF-B005-485F-8ED8-C75CA4394FF9}" type="presOf" srcId="{9164230A-E4D9-472A-A2E9-0928093DE36C}" destId="{6B226C3D-CD8C-488C-AA32-09990BB56959}" srcOrd="0" destOrd="0" presId="urn:microsoft.com/office/officeart/2018/2/layout/IconVerticalSolidList"/>
    <dgm:cxn modelId="{20CC5DD7-8F02-45B3-8A54-5EC9B9D44436}" type="presOf" srcId="{18088FB2-9739-4FD1-B605-8E749E114D27}" destId="{7CA2CE0E-1285-4F2D-9235-F5C9D0CDE12C}" srcOrd="0" destOrd="0" presId="urn:microsoft.com/office/officeart/2018/2/layout/IconVerticalSolidList"/>
    <dgm:cxn modelId="{F0B64EE9-2CBB-46B3-B468-E49A807730C4}" type="presOf" srcId="{8297205D-8C73-416F-9724-10DD90272DD8}" destId="{A15116E1-1D83-4452-B459-7F888022D055}" srcOrd="0" destOrd="0" presId="urn:microsoft.com/office/officeart/2018/2/layout/IconVerticalSolidList"/>
    <dgm:cxn modelId="{4F5D4AF2-3259-4C83-85CB-825A05E68D1C}" srcId="{9164230A-E4D9-472A-A2E9-0928093DE36C}" destId="{8297205D-8C73-416F-9724-10DD90272DD8}" srcOrd="2" destOrd="0" parTransId="{1A6556AD-6CF2-4598-9270-415BC1496414}" sibTransId="{E8DA3550-6FCD-4CFD-BDAB-61ACC51FF0E0}"/>
    <dgm:cxn modelId="{12CBA1A3-85A2-4C9D-B2C0-345A49041AB3}" type="presParOf" srcId="{6B226C3D-CD8C-488C-AA32-09990BB56959}" destId="{F10114C1-F545-4423-ACEC-FE0E19ABF032}" srcOrd="0" destOrd="0" presId="urn:microsoft.com/office/officeart/2018/2/layout/IconVerticalSolidList"/>
    <dgm:cxn modelId="{9B03B2AA-D7D1-482A-87C1-A4886A4E9271}" type="presParOf" srcId="{F10114C1-F545-4423-ACEC-FE0E19ABF032}" destId="{63291D35-3C29-4466-957F-81B83FEE7265}" srcOrd="0" destOrd="0" presId="urn:microsoft.com/office/officeart/2018/2/layout/IconVerticalSolidList"/>
    <dgm:cxn modelId="{AB5DB0B1-9776-4669-B548-2E9158249B04}" type="presParOf" srcId="{F10114C1-F545-4423-ACEC-FE0E19ABF032}" destId="{A760F972-4AE9-4823-9A5E-7E7B1CFB9519}" srcOrd="1" destOrd="0" presId="urn:microsoft.com/office/officeart/2018/2/layout/IconVerticalSolidList"/>
    <dgm:cxn modelId="{08DBD656-4A40-4A12-9ECB-B341AEDE745A}" type="presParOf" srcId="{F10114C1-F545-4423-ACEC-FE0E19ABF032}" destId="{03BE4159-D4D6-49C3-95AA-AE5202E91BE2}" srcOrd="2" destOrd="0" presId="urn:microsoft.com/office/officeart/2018/2/layout/IconVerticalSolidList"/>
    <dgm:cxn modelId="{F2480C11-9A79-4959-823A-AFC69C197A94}" type="presParOf" srcId="{F10114C1-F545-4423-ACEC-FE0E19ABF032}" destId="{855C998C-AD7A-4898-AF13-BEADE65284FA}" srcOrd="3" destOrd="0" presId="urn:microsoft.com/office/officeart/2018/2/layout/IconVerticalSolidList"/>
    <dgm:cxn modelId="{FA695C83-37EF-4537-8082-620AE9F89688}" type="presParOf" srcId="{6B226C3D-CD8C-488C-AA32-09990BB56959}" destId="{23540EEC-1A10-4B4A-A311-500808351983}" srcOrd="1" destOrd="0" presId="urn:microsoft.com/office/officeart/2018/2/layout/IconVerticalSolidList"/>
    <dgm:cxn modelId="{CA2139BB-91B1-4FFB-A1F4-8D0400511777}" type="presParOf" srcId="{6B226C3D-CD8C-488C-AA32-09990BB56959}" destId="{4C4110E6-786D-40FF-9B4E-E91105C12B26}" srcOrd="2" destOrd="0" presId="urn:microsoft.com/office/officeart/2018/2/layout/IconVerticalSolidList"/>
    <dgm:cxn modelId="{90713C8F-6F67-4A93-B933-C9A07A1F52F8}" type="presParOf" srcId="{4C4110E6-786D-40FF-9B4E-E91105C12B26}" destId="{574A995F-5D9F-4AEE-8E81-C9454B8C32FE}" srcOrd="0" destOrd="0" presId="urn:microsoft.com/office/officeart/2018/2/layout/IconVerticalSolidList"/>
    <dgm:cxn modelId="{44D9E301-862D-4C98-9483-A0A8D6D3C915}" type="presParOf" srcId="{4C4110E6-786D-40FF-9B4E-E91105C12B26}" destId="{EE517F91-02DF-43EA-B262-B0F46B2F12DD}" srcOrd="1" destOrd="0" presId="urn:microsoft.com/office/officeart/2018/2/layout/IconVerticalSolidList"/>
    <dgm:cxn modelId="{0A6F55F6-023D-47E1-90A7-EC37297A70DE}" type="presParOf" srcId="{4C4110E6-786D-40FF-9B4E-E91105C12B26}" destId="{336629A9-E128-4206-A89D-B203DCDB1F0E}" srcOrd="2" destOrd="0" presId="urn:microsoft.com/office/officeart/2018/2/layout/IconVerticalSolidList"/>
    <dgm:cxn modelId="{AA114B16-C86B-4AF7-8909-1FC2D9A111FA}" type="presParOf" srcId="{4C4110E6-786D-40FF-9B4E-E91105C12B26}" destId="{7CA2CE0E-1285-4F2D-9235-F5C9D0CDE12C}" srcOrd="3" destOrd="0" presId="urn:microsoft.com/office/officeart/2018/2/layout/IconVerticalSolidList"/>
    <dgm:cxn modelId="{4F0655C8-C2B5-44AB-B764-DF931E199198}" type="presParOf" srcId="{6B226C3D-CD8C-488C-AA32-09990BB56959}" destId="{902E3691-0A58-441A-9940-385AF81918B7}" srcOrd="3" destOrd="0" presId="urn:microsoft.com/office/officeart/2018/2/layout/IconVerticalSolidList"/>
    <dgm:cxn modelId="{5BF7D2C3-684B-451C-A634-227D968D1110}" type="presParOf" srcId="{6B226C3D-CD8C-488C-AA32-09990BB56959}" destId="{B7FA2E9A-78BC-45AC-9B12-338F3B27CF5A}" srcOrd="4" destOrd="0" presId="urn:microsoft.com/office/officeart/2018/2/layout/IconVerticalSolidList"/>
    <dgm:cxn modelId="{79A36BF1-0B3E-4221-A56E-0D79D4B05CE4}" type="presParOf" srcId="{B7FA2E9A-78BC-45AC-9B12-338F3B27CF5A}" destId="{6115EA0B-DCD2-4228-A765-41A3E9380ACC}" srcOrd="0" destOrd="0" presId="urn:microsoft.com/office/officeart/2018/2/layout/IconVerticalSolidList"/>
    <dgm:cxn modelId="{5B991375-829E-42A4-812F-EAD23D2AA3EA}" type="presParOf" srcId="{B7FA2E9A-78BC-45AC-9B12-338F3B27CF5A}" destId="{6FE2FB84-F67B-4C7C-A9A3-1DB02FD272CE}" srcOrd="1" destOrd="0" presId="urn:microsoft.com/office/officeart/2018/2/layout/IconVerticalSolidList"/>
    <dgm:cxn modelId="{8D154E2A-7CC3-4ABC-84F0-D16ED7CB5E90}" type="presParOf" srcId="{B7FA2E9A-78BC-45AC-9B12-338F3B27CF5A}" destId="{FFAB4305-00DB-4AE4-B281-494010E5E648}" srcOrd="2" destOrd="0" presId="urn:microsoft.com/office/officeart/2018/2/layout/IconVerticalSolidList"/>
    <dgm:cxn modelId="{74D9EE83-33CD-426B-9E1F-BA09F31A7723}" type="presParOf" srcId="{B7FA2E9A-78BC-45AC-9B12-338F3B27CF5A}" destId="{A15116E1-1D83-4452-B459-7F888022D05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3F4CE7-CC11-44DE-979F-303F8A03F93E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85B328D-9EA5-4487-B1AC-16B2F16351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Each AI model was able to solve all the problems</a:t>
          </a:r>
        </a:p>
      </dgm:t>
    </dgm:pt>
    <dgm:pt modelId="{C0CD19B7-095E-4C30-ADDD-3DF0380A9B95}" type="parTrans" cxnId="{2B7EF884-FACE-4CB1-A90B-9740B84992F4}">
      <dgm:prSet/>
      <dgm:spPr/>
      <dgm:t>
        <a:bodyPr/>
        <a:lstStyle/>
        <a:p>
          <a:endParaRPr lang="en-US"/>
        </a:p>
      </dgm:t>
    </dgm:pt>
    <dgm:pt modelId="{0C1F238D-31A6-4F8C-BBA8-E3919AEF5F0A}" type="sibTrans" cxnId="{2B7EF884-FACE-4CB1-A90B-9740B84992F4}">
      <dgm:prSet/>
      <dgm:spPr/>
      <dgm:t>
        <a:bodyPr/>
        <a:lstStyle/>
        <a:p>
          <a:endParaRPr lang="en-US"/>
        </a:p>
      </dgm:t>
    </dgm:pt>
    <dgm:pt modelId="{FBDBEAD7-9AFF-405E-AF87-5AFD434823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But each approached them slightly differently</a:t>
          </a:r>
        </a:p>
      </dgm:t>
    </dgm:pt>
    <dgm:pt modelId="{959972F7-5C4A-4E95-8321-3347C647CFF6}" type="parTrans" cxnId="{C2790BA2-6BE1-4EA3-88FF-7B9F9DF9862A}">
      <dgm:prSet/>
      <dgm:spPr/>
      <dgm:t>
        <a:bodyPr/>
        <a:lstStyle/>
        <a:p>
          <a:endParaRPr lang="en-US"/>
        </a:p>
      </dgm:t>
    </dgm:pt>
    <dgm:pt modelId="{39A9973D-566F-44C8-9958-15DAAB63C68C}" type="sibTrans" cxnId="{C2790BA2-6BE1-4EA3-88FF-7B9F9DF9862A}">
      <dgm:prSet/>
      <dgm:spPr/>
      <dgm:t>
        <a:bodyPr/>
        <a:lstStyle/>
        <a:p>
          <a:endParaRPr lang="en-US"/>
        </a:p>
      </dgm:t>
    </dgm:pt>
    <dgm:pt modelId="{E4AA2A67-6CD4-47B1-8B99-6BEDF7F5E40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AI can successfully assist in building encryption solutions</a:t>
          </a:r>
        </a:p>
      </dgm:t>
    </dgm:pt>
    <dgm:pt modelId="{4DBE4418-62A1-4770-9BB6-0708AB94B661}" type="parTrans" cxnId="{E4253070-E879-47B2-B2D3-9E026F935259}">
      <dgm:prSet/>
      <dgm:spPr/>
      <dgm:t>
        <a:bodyPr/>
        <a:lstStyle/>
        <a:p>
          <a:endParaRPr lang="en-US"/>
        </a:p>
      </dgm:t>
    </dgm:pt>
    <dgm:pt modelId="{5435FD94-791C-46BD-9F93-FB07FA695FC4}" type="sibTrans" cxnId="{E4253070-E879-47B2-B2D3-9E026F935259}">
      <dgm:prSet/>
      <dgm:spPr/>
      <dgm:t>
        <a:bodyPr/>
        <a:lstStyle/>
        <a:p>
          <a:endParaRPr lang="en-US"/>
        </a:p>
      </dgm:t>
    </dgm:pt>
    <dgm:pt modelId="{D4840316-B242-4CBA-AE4F-0E6E85E664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bg1"/>
              </a:solidFill>
            </a:rPr>
            <a:t>AI should be used as a supporting tool, not a replacement for human experts</a:t>
          </a:r>
        </a:p>
      </dgm:t>
    </dgm:pt>
    <dgm:pt modelId="{95B62A56-2C6E-42AC-B0EC-A0D583F2C168}" type="parTrans" cxnId="{A022CB62-BA09-4CD4-8EE0-100F5ABDACE7}">
      <dgm:prSet/>
      <dgm:spPr/>
      <dgm:t>
        <a:bodyPr/>
        <a:lstStyle/>
        <a:p>
          <a:endParaRPr lang="en-US"/>
        </a:p>
      </dgm:t>
    </dgm:pt>
    <dgm:pt modelId="{7430DCC6-23E4-4DF7-B4EB-53CC31DFC906}" type="sibTrans" cxnId="{A022CB62-BA09-4CD4-8EE0-100F5ABDACE7}">
      <dgm:prSet/>
      <dgm:spPr/>
      <dgm:t>
        <a:bodyPr/>
        <a:lstStyle/>
        <a:p>
          <a:endParaRPr lang="en-US"/>
        </a:p>
      </dgm:t>
    </dgm:pt>
    <dgm:pt modelId="{8E06AB52-94DA-430E-9402-B1DC279C40D3}" type="pres">
      <dgm:prSet presAssocID="{C53F4CE7-CC11-44DE-979F-303F8A03F93E}" presName="root" presStyleCnt="0">
        <dgm:presLayoutVars>
          <dgm:dir/>
          <dgm:resizeHandles val="exact"/>
        </dgm:presLayoutVars>
      </dgm:prSet>
      <dgm:spPr/>
    </dgm:pt>
    <dgm:pt modelId="{39341234-4ADE-4047-89EE-0B359160FF39}" type="pres">
      <dgm:prSet presAssocID="{185B328D-9EA5-4487-B1AC-16B2F16351B9}" presName="compNode" presStyleCnt="0"/>
      <dgm:spPr/>
    </dgm:pt>
    <dgm:pt modelId="{B5AB071E-1B6E-4986-A269-130E17990999}" type="pres">
      <dgm:prSet presAssocID="{185B328D-9EA5-4487-B1AC-16B2F16351B9}" presName="bgRect" presStyleLbl="bgShp" presStyleIdx="0" presStyleCnt="3" custLinFactNeighborX="-489" custLinFactNeighborY="-43"/>
      <dgm:spPr/>
    </dgm:pt>
    <dgm:pt modelId="{6A5D8057-CFF8-4344-91EA-9EC4003FFCEB}" type="pres">
      <dgm:prSet presAssocID="{185B328D-9EA5-4487-B1AC-16B2F16351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1146A30B-3232-472C-AC94-09FD826BEB15}" type="pres">
      <dgm:prSet presAssocID="{185B328D-9EA5-4487-B1AC-16B2F16351B9}" presName="spaceRect" presStyleCnt="0"/>
      <dgm:spPr/>
    </dgm:pt>
    <dgm:pt modelId="{697FD361-AD5A-49E5-955F-CFF0D9FBD95C}" type="pres">
      <dgm:prSet presAssocID="{185B328D-9EA5-4487-B1AC-16B2F16351B9}" presName="parTx" presStyleLbl="revTx" presStyleIdx="0" presStyleCnt="4">
        <dgm:presLayoutVars>
          <dgm:chMax val="0"/>
          <dgm:chPref val="0"/>
        </dgm:presLayoutVars>
      </dgm:prSet>
      <dgm:spPr/>
    </dgm:pt>
    <dgm:pt modelId="{CA8701AC-42D4-4EC0-8174-A47901D3E1F4}" type="pres">
      <dgm:prSet presAssocID="{185B328D-9EA5-4487-B1AC-16B2F16351B9}" presName="desTx" presStyleLbl="revTx" presStyleIdx="1" presStyleCnt="4">
        <dgm:presLayoutVars/>
      </dgm:prSet>
      <dgm:spPr/>
    </dgm:pt>
    <dgm:pt modelId="{4F59B54F-D5C1-424A-820C-6B407BF54610}" type="pres">
      <dgm:prSet presAssocID="{0C1F238D-31A6-4F8C-BBA8-E3919AEF5F0A}" presName="sibTrans" presStyleCnt="0"/>
      <dgm:spPr/>
    </dgm:pt>
    <dgm:pt modelId="{82F4CD29-BDF6-4D57-8636-7F1F14752445}" type="pres">
      <dgm:prSet presAssocID="{E4AA2A67-6CD4-47B1-8B99-6BEDF7F5E409}" presName="compNode" presStyleCnt="0"/>
      <dgm:spPr/>
    </dgm:pt>
    <dgm:pt modelId="{CDE006F7-9E7F-45DC-812E-0A251B7E4EDC}" type="pres">
      <dgm:prSet presAssocID="{E4AA2A67-6CD4-47B1-8B99-6BEDF7F5E409}" presName="bgRect" presStyleLbl="bgShp" presStyleIdx="1" presStyleCnt="3"/>
      <dgm:spPr/>
    </dgm:pt>
    <dgm:pt modelId="{B11C4CBA-250A-4FFD-8D7F-2908BFC7E436}" type="pres">
      <dgm:prSet presAssocID="{E4AA2A67-6CD4-47B1-8B99-6BEDF7F5E40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353DB6B3-D5E0-4F47-90A3-D03AB27ECB25}" type="pres">
      <dgm:prSet presAssocID="{E4AA2A67-6CD4-47B1-8B99-6BEDF7F5E409}" presName="spaceRect" presStyleCnt="0"/>
      <dgm:spPr/>
    </dgm:pt>
    <dgm:pt modelId="{0F1EC0F2-4DE4-48F6-B726-1640A135F134}" type="pres">
      <dgm:prSet presAssocID="{E4AA2A67-6CD4-47B1-8B99-6BEDF7F5E409}" presName="parTx" presStyleLbl="revTx" presStyleIdx="2" presStyleCnt="4">
        <dgm:presLayoutVars>
          <dgm:chMax val="0"/>
          <dgm:chPref val="0"/>
        </dgm:presLayoutVars>
      </dgm:prSet>
      <dgm:spPr/>
    </dgm:pt>
    <dgm:pt modelId="{ECFB21CE-E43C-4171-AEC7-87672D7EE868}" type="pres">
      <dgm:prSet presAssocID="{5435FD94-791C-46BD-9F93-FB07FA695FC4}" presName="sibTrans" presStyleCnt="0"/>
      <dgm:spPr/>
    </dgm:pt>
    <dgm:pt modelId="{28DF9F83-F2E1-418E-B906-968B5CA21E47}" type="pres">
      <dgm:prSet presAssocID="{D4840316-B242-4CBA-AE4F-0E6E85E664E4}" presName="compNode" presStyleCnt="0"/>
      <dgm:spPr/>
    </dgm:pt>
    <dgm:pt modelId="{25373164-3E69-4018-92CF-F9E49DC42C10}" type="pres">
      <dgm:prSet presAssocID="{D4840316-B242-4CBA-AE4F-0E6E85E664E4}" presName="bgRect" presStyleLbl="bgShp" presStyleIdx="2" presStyleCnt="3"/>
      <dgm:spPr/>
    </dgm:pt>
    <dgm:pt modelId="{C2C8667D-7A8E-44FE-B2F5-B653C2ED46C0}" type="pres">
      <dgm:prSet presAssocID="{D4840316-B242-4CBA-AE4F-0E6E85E664E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351147C0-B6FB-490B-B88B-A555CAE1F370}" type="pres">
      <dgm:prSet presAssocID="{D4840316-B242-4CBA-AE4F-0E6E85E664E4}" presName="spaceRect" presStyleCnt="0"/>
      <dgm:spPr/>
    </dgm:pt>
    <dgm:pt modelId="{632323BA-67D6-4958-A95F-5C09A82049EF}" type="pres">
      <dgm:prSet presAssocID="{D4840316-B242-4CBA-AE4F-0E6E85E664E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2397902-BCF6-427E-AB1E-487C260E096C}" type="presOf" srcId="{C53F4CE7-CC11-44DE-979F-303F8A03F93E}" destId="{8E06AB52-94DA-430E-9402-B1DC279C40D3}" srcOrd="0" destOrd="0" presId="urn:microsoft.com/office/officeart/2018/2/layout/IconVerticalSolidList"/>
    <dgm:cxn modelId="{D671F308-2EDF-4A99-983C-A4326DAFE8CC}" type="presOf" srcId="{E4AA2A67-6CD4-47B1-8B99-6BEDF7F5E409}" destId="{0F1EC0F2-4DE4-48F6-B726-1640A135F134}" srcOrd="0" destOrd="0" presId="urn:microsoft.com/office/officeart/2018/2/layout/IconVerticalSolidList"/>
    <dgm:cxn modelId="{EB8CAC28-F77F-4661-ADF4-0FA331A6056D}" type="presOf" srcId="{FBDBEAD7-9AFF-405E-AF87-5AFD43482300}" destId="{CA8701AC-42D4-4EC0-8174-A47901D3E1F4}" srcOrd="0" destOrd="0" presId="urn:microsoft.com/office/officeart/2018/2/layout/IconVerticalSolidList"/>
    <dgm:cxn modelId="{A022CB62-BA09-4CD4-8EE0-100F5ABDACE7}" srcId="{C53F4CE7-CC11-44DE-979F-303F8A03F93E}" destId="{D4840316-B242-4CBA-AE4F-0E6E85E664E4}" srcOrd="2" destOrd="0" parTransId="{95B62A56-2C6E-42AC-B0EC-A0D583F2C168}" sibTransId="{7430DCC6-23E4-4DF7-B4EB-53CC31DFC906}"/>
    <dgm:cxn modelId="{ED220F4F-EFE3-49B0-8CB4-ADEF0A2B8115}" type="presOf" srcId="{185B328D-9EA5-4487-B1AC-16B2F16351B9}" destId="{697FD361-AD5A-49E5-955F-CFF0D9FBD95C}" srcOrd="0" destOrd="0" presId="urn:microsoft.com/office/officeart/2018/2/layout/IconVerticalSolidList"/>
    <dgm:cxn modelId="{E4253070-E879-47B2-B2D3-9E026F935259}" srcId="{C53F4CE7-CC11-44DE-979F-303F8A03F93E}" destId="{E4AA2A67-6CD4-47B1-8B99-6BEDF7F5E409}" srcOrd="1" destOrd="0" parTransId="{4DBE4418-62A1-4770-9BB6-0708AB94B661}" sibTransId="{5435FD94-791C-46BD-9F93-FB07FA695FC4}"/>
    <dgm:cxn modelId="{2B7EF884-FACE-4CB1-A90B-9740B84992F4}" srcId="{C53F4CE7-CC11-44DE-979F-303F8A03F93E}" destId="{185B328D-9EA5-4487-B1AC-16B2F16351B9}" srcOrd="0" destOrd="0" parTransId="{C0CD19B7-095E-4C30-ADDD-3DF0380A9B95}" sibTransId="{0C1F238D-31A6-4F8C-BBA8-E3919AEF5F0A}"/>
    <dgm:cxn modelId="{C2790BA2-6BE1-4EA3-88FF-7B9F9DF9862A}" srcId="{185B328D-9EA5-4487-B1AC-16B2F16351B9}" destId="{FBDBEAD7-9AFF-405E-AF87-5AFD43482300}" srcOrd="0" destOrd="0" parTransId="{959972F7-5C4A-4E95-8321-3347C647CFF6}" sibTransId="{39A9973D-566F-44C8-9958-15DAAB63C68C}"/>
    <dgm:cxn modelId="{8F4670CE-9303-4F7B-9152-3DB7F95CCA3D}" type="presOf" srcId="{D4840316-B242-4CBA-AE4F-0E6E85E664E4}" destId="{632323BA-67D6-4958-A95F-5C09A82049EF}" srcOrd="0" destOrd="0" presId="urn:microsoft.com/office/officeart/2018/2/layout/IconVerticalSolidList"/>
    <dgm:cxn modelId="{EADF0F5D-3CA9-44AB-951E-01C33FCED604}" type="presParOf" srcId="{8E06AB52-94DA-430E-9402-B1DC279C40D3}" destId="{39341234-4ADE-4047-89EE-0B359160FF39}" srcOrd="0" destOrd="0" presId="urn:microsoft.com/office/officeart/2018/2/layout/IconVerticalSolidList"/>
    <dgm:cxn modelId="{5A97F64F-0C6A-4B80-9B6E-F9B49537DDEF}" type="presParOf" srcId="{39341234-4ADE-4047-89EE-0B359160FF39}" destId="{B5AB071E-1B6E-4986-A269-130E17990999}" srcOrd="0" destOrd="0" presId="urn:microsoft.com/office/officeart/2018/2/layout/IconVerticalSolidList"/>
    <dgm:cxn modelId="{C6BE8BB5-B6A3-47BE-93A9-EF42C1B0D182}" type="presParOf" srcId="{39341234-4ADE-4047-89EE-0B359160FF39}" destId="{6A5D8057-CFF8-4344-91EA-9EC4003FFCEB}" srcOrd="1" destOrd="0" presId="urn:microsoft.com/office/officeart/2018/2/layout/IconVerticalSolidList"/>
    <dgm:cxn modelId="{8451BCDE-2413-40FB-A25C-3689546FE61B}" type="presParOf" srcId="{39341234-4ADE-4047-89EE-0B359160FF39}" destId="{1146A30B-3232-472C-AC94-09FD826BEB15}" srcOrd="2" destOrd="0" presId="urn:microsoft.com/office/officeart/2018/2/layout/IconVerticalSolidList"/>
    <dgm:cxn modelId="{7BFBE312-C1DC-4280-A9AA-0C60ECA5E360}" type="presParOf" srcId="{39341234-4ADE-4047-89EE-0B359160FF39}" destId="{697FD361-AD5A-49E5-955F-CFF0D9FBD95C}" srcOrd="3" destOrd="0" presId="urn:microsoft.com/office/officeart/2018/2/layout/IconVerticalSolidList"/>
    <dgm:cxn modelId="{81AE74CE-9A8E-4D6C-BE11-3E12F377D69C}" type="presParOf" srcId="{39341234-4ADE-4047-89EE-0B359160FF39}" destId="{CA8701AC-42D4-4EC0-8174-A47901D3E1F4}" srcOrd="4" destOrd="0" presId="urn:microsoft.com/office/officeart/2018/2/layout/IconVerticalSolidList"/>
    <dgm:cxn modelId="{BEB19666-2FA9-49A5-8582-0D084A4CA5E2}" type="presParOf" srcId="{8E06AB52-94DA-430E-9402-B1DC279C40D3}" destId="{4F59B54F-D5C1-424A-820C-6B407BF54610}" srcOrd="1" destOrd="0" presId="urn:microsoft.com/office/officeart/2018/2/layout/IconVerticalSolidList"/>
    <dgm:cxn modelId="{26449933-7DAB-49DB-8C40-49BC0E95F2A4}" type="presParOf" srcId="{8E06AB52-94DA-430E-9402-B1DC279C40D3}" destId="{82F4CD29-BDF6-4D57-8636-7F1F14752445}" srcOrd="2" destOrd="0" presId="urn:microsoft.com/office/officeart/2018/2/layout/IconVerticalSolidList"/>
    <dgm:cxn modelId="{FFA98BD1-3423-4E2E-B71E-FFEAECADB414}" type="presParOf" srcId="{82F4CD29-BDF6-4D57-8636-7F1F14752445}" destId="{CDE006F7-9E7F-45DC-812E-0A251B7E4EDC}" srcOrd="0" destOrd="0" presId="urn:microsoft.com/office/officeart/2018/2/layout/IconVerticalSolidList"/>
    <dgm:cxn modelId="{BCD0E078-4ECB-4D07-9E7C-7C8F63CF5F6B}" type="presParOf" srcId="{82F4CD29-BDF6-4D57-8636-7F1F14752445}" destId="{B11C4CBA-250A-4FFD-8D7F-2908BFC7E436}" srcOrd="1" destOrd="0" presId="urn:microsoft.com/office/officeart/2018/2/layout/IconVerticalSolidList"/>
    <dgm:cxn modelId="{56299D7D-1C5C-43E0-94A9-8CEF0E0F18D9}" type="presParOf" srcId="{82F4CD29-BDF6-4D57-8636-7F1F14752445}" destId="{353DB6B3-D5E0-4F47-90A3-D03AB27ECB25}" srcOrd="2" destOrd="0" presId="urn:microsoft.com/office/officeart/2018/2/layout/IconVerticalSolidList"/>
    <dgm:cxn modelId="{55AA0198-1FA6-4379-8E2D-886A0093400B}" type="presParOf" srcId="{82F4CD29-BDF6-4D57-8636-7F1F14752445}" destId="{0F1EC0F2-4DE4-48F6-B726-1640A135F134}" srcOrd="3" destOrd="0" presId="urn:microsoft.com/office/officeart/2018/2/layout/IconVerticalSolidList"/>
    <dgm:cxn modelId="{630283BD-DB2F-43BE-8677-7C10E45EEEFC}" type="presParOf" srcId="{8E06AB52-94DA-430E-9402-B1DC279C40D3}" destId="{ECFB21CE-E43C-4171-AEC7-87672D7EE868}" srcOrd="3" destOrd="0" presId="urn:microsoft.com/office/officeart/2018/2/layout/IconVerticalSolidList"/>
    <dgm:cxn modelId="{132A7805-0835-43AC-829D-2A029D91AD6E}" type="presParOf" srcId="{8E06AB52-94DA-430E-9402-B1DC279C40D3}" destId="{28DF9F83-F2E1-418E-B906-968B5CA21E47}" srcOrd="4" destOrd="0" presId="urn:microsoft.com/office/officeart/2018/2/layout/IconVerticalSolidList"/>
    <dgm:cxn modelId="{A464DE85-0395-4BAB-8567-DF97130AE46E}" type="presParOf" srcId="{28DF9F83-F2E1-418E-B906-968B5CA21E47}" destId="{25373164-3E69-4018-92CF-F9E49DC42C10}" srcOrd="0" destOrd="0" presId="urn:microsoft.com/office/officeart/2018/2/layout/IconVerticalSolidList"/>
    <dgm:cxn modelId="{0450AAEA-ADB0-40B9-8A1C-E2E173E3D708}" type="presParOf" srcId="{28DF9F83-F2E1-418E-B906-968B5CA21E47}" destId="{C2C8667D-7A8E-44FE-B2F5-B653C2ED46C0}" srcOrd="1" destOrd="0" presId="urn:microsoft.com/office/officeart/2018/2/layout/IconVerticalSolidList"/>
    <dgm:cxn modelId="{C3F38A9A-EE8B-4E27-A436-01C35747861C}" type="presParOf" srcId="{28DF9F83-F2E1-418E-B906-968B5CA21E47}" destId="{351147C0-B6FB-490B-B88B-A555CAE1F370}" srcOrd="2" destOrd="0" presId="urn:microsoft.com/office/officeart/2018/2/layout/IconVerticalSolidList"/>
    <dgm:cxn modelId="{D4A55765-8508-4086-84D3-2C52D040D5EB}" type="presParOf" srcId="{28DF9F83-F2E1-418E-B906-968B5CA21E47}" destId="{632323BA-67D6-4958-A95F-5C09A82049E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23A7F0-F07D-4CDA-BADA-CE0BCDAA3A3B}">
      <dsp:nvSpPr>
        <dsp:cNvPr id="0" name=""/>
        <dsp:cNvSpPr/>
      </dsp:nvSpPr>
      <dsp:spPr>
        <a:xfrm>
          <a:off x="0" y="432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67251-962C-450D-918E-EBA9CFA94186}">
      <dsp:nvSpPr>
        <dsp:cNvPr id="0" name=""/>
        <dsp:cNvSpPr/>
      </dsp:nvSpPr>
      <dsp:spPr>
        <a:xfrm>
          <a:off x="306030" y="228058"/>
          <a:ext cx="556418" cy="5564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4BC0BB-F96C-48F7-BA63-5EA31DA644C6}">
      <dsp:nvSpPr>
        <dsp:cNvPr id="0" name=""/>
        <dsp:cNvSpPr/>
      </dsp:nvSpPr>
      <dsp:spPr>
        <a:xfrm>
          <a:off x="1168479" y="432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Explore whether AI can design secure solutions under computational time constraints. </a:t>
          </a:r>
        </a:p>
      </dsp:txBody>
      <dsp:txXfrm>
        <a:off x="1168479" y="432"/>
        <a:ext cx="8737520" cy="1011670"/>
      </dsp:txXfrm>
    </dsp:sp>
    <dsp:sp modelId="{3B7B46AD-8226-44CC-A5CC-F12F018E260E}">
      <dsp:nvSpPr>
        <dsp:cNvPr id="0" name=""/>
        <dsp:cNvSpPr/>
      </dsp:nvSpPr>
      <dsp:spPr>
        <a:xfrm>
          <a:off x="0" y="1265020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5CB1BE-995F-491F-9738-B10AC7EA5B0A}">
      <dsp:nvSpPr>
        <dsp:cNvPr id="0" name=""/>
        <dsp:cNvSpPr/>
      </dsp:nvSpPr>
      <dsp:spPr>
        <a:xfrm>
          <a:off x="306030" y="1492646"/>
          <a:ext cx="556418" cy="5564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2672C4-ACB6-448C-AEEF-7EEE83D073AB}">
      <dsp:nvSpPr>
        <dsp:cNvPr id="0" name=""/>
        <dsp:cNvSpPr/>
      </dsp:nvSpPr>
      <dsp:spPr>
        <a:xfrm>
          <a:off x="1168479" y="1265020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Examines if AI can optimize security versus efficiency, such as producing hashing algorithms with strong Big O performance.</a:t>
          </a:r>
        </a:p>
      </dsp:txBody>
      <dsp:txXfrm>
        <a:off x="1168479" y="1265020"/>
        <a:ext cx="8737520" cy="1011670"/>
      </dsp:txXfrm>
    </dsp:sp>
    <dsp:sp modelId="{91251D2D-7B6D-4FE7-ABB3-7C5A16E606BF}">
      <dsp:nvSpPr>
        <dsp:cNvPr id="0" name=""/>
        <dsp:cNvSpPr/>
      </dsp:nvSpPr>
      <dsp:spPr>
        <a:xfrm>
          <a:off x="0" y="2529608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596692-8632-4948-89F1-01CC04BFC143}">
      <dsp:nvSpPr>
        <dsp:cNvPr id="0" name=""/>
        <dsp:cNvSpPr/>
      </dsp:nvSpPr>
      <dsp:spPr>
        <a:xfrm>
          <a:off x="306030" y="2757234"/>
          <a:ext cx="556418" cy="5564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512E0-4B0B-45F5-8208-4D624D7BEC06}">
      <dsp:nvSpPr>
        <dsp:cNvPr id="0" name=""/>
        <dsp:cNvSpPr/>
      </dsp:nvSpPr>
      <dsp:spPr>
        <a:xfrm>
          <a:off x="1168479" y="2529608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>
              <a:solidFill>
                <a:schemeClr val="bg1"/>
              </a:solidFill>
            </a:rPr>
            <a:t>Since encryption must balance time, memory, and computing power, our project evaluates whether AI can match the decision-making and optimization skills of a human software engineer.</a:t>
          </a:r>
        </a:p>
      </dsp:txBody>
      <dsp:txXfrm>
        <a:off x="1168479" y="2529608"/>
        <a:ext cx="8737520" cy="10116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B63D7-35A8-4E3C-A12B-0B8330C5EC23}">
      <dsp:nvSpPr>
        <dsp:cNvPr id="0" name=""/>
        <dsp:cNvSpPr/>
      </dsp:nvSpPr>
      <dsp:spPr>
        <a:xfrm>
          <a:off x="0" y="25491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Algorithm Selection Prompt:</a:t>
          </a:r>
        </a:p>
      </dsp:txBody>
      <dsp:txXfrm>
        <a:off x="26387" y="281304"/>
        <a:ext cx="7506560" cy="487766"/>
      </dsp:txXfrm>
    </dsp:sp>
    <dsp:sp modelId="{E4A11E40-FE82-4E6E-AB06-F82A9D7A872F}">
      <dsp:nvSpPr>
        <dsp:cNvPr id="0" name=""/>
        <dsp:cNvSpPr/>
      </dsp:nvSpPr>
      <dsp:spPr>
        <a:xfrm>
          <a:off x="0" y="795457"/>
          <a:ext cx="7559334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Data center needs to encrypt their employee’s system passwords.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passwords requirements: 8 characters, numbers and special characters.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encrypt the password account creation and verified on relogging in, no lag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200 employees all need accounts.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why?</a:t>
          </a:r>
        </a:p>
      </dsp:txBody>
      <dsp:txXfrm>
        <a:off x="0" y="795457"/>
        <a:ext cx="7559334" cy="1457280"/>
      </dsp:txXfrm>
    </dsp:sp>
    <dsp:sp modelId="{593C3B68-A051-4B7A-A7D9-C326F458E9E9}">
      <dsp:nvSpPr>
        <dsp:cNvPr id="0" name=""/>
        <dsp:cNvSpPr/>
      </dsp:nvSpPr>
      <dsp:spPr>
        <a:xfrm>
          <a:off x="0" y="225273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Optimization Prompt:</a:t>
          </a:r>
        </a:p>
      </dsp:txBody>
      <dsp:txXfrm>
        <a:off x="26387" y="2279124"/>
        <a:ext cx="7506560" cy="487766"/>
      </dsp:txXfrm>
    </dsp:sp>
    <dsp:sp modelId="{FD9A8FEC-8851-4C5F-9AB1-5EF13D931AC4}">
      <dsp:nvSpPr>
        <dsp:cNvPr id="0" name=""/>
        <dsp:cNvSpPr/>
      </dsp:nvSpPr>
      <dsp:spPr>
        <a:xfrm>
          <a:off x="0" y="2793277"/>
          <a:ext cx="7559334" cy="888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A system must encrypt 5GB of data/hr. on limited hardware.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High security required, latency must remain under 200ms/ transaction.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how can it be optimized?</a:t>
          </a:r>
        </a:p>
      </dsp:txBody>
      <dsp:txXfrm>
        <a:off x="0" y="2793277"/>
        <a:ext cx="7559334" cy="888030"/>
      </dsp:txXfrm>
    </dsp:sp>
    <dsp:sp modelId="{0EB5553C-B264-4CE8-9376-34C93F20CDCF}">
      <dsp:nvSpPr>
        <dsp:cNvPr id="0" name=""/>
        <dsp:cNvSpPr/>
      </dsp:nvSpPr>
      <dsp:spPr>
        <a:xfrm>
          <a:off x="0" y="3681308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Complexity Prompt:</a:t>
          </a:r>
        </a:p>
      </dsp:txBody>
      <dsp:txXfrm>
        <a:off x="26387" y="3707695"/>
        <a:ext cx="7506560" cy="487766"/>
      </dsp:txXfrm>
    </dsp:sp>
    <dsp:sp modelId="{085293EE-F517-42D9-A193-51117CA0A769}">
      <dsp:nvSpPr>
        <dsp:cNvPr id="0" name=""/>
        <dsp:cNvSpPr/>
      </dsp:nvSpPr>
      <dsp:spPr>
        <a:xfrm>
          <a:off x="0" y="4221848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Design a small encryption algorithm to encrypt license numbers in constant time then in log time in python.</a:t>
          </a:r>
        </a:p>
      </dsp:txBody>
      <dsp:txXfrm>
        <a:off x="0" y="4221848"/>
        <a:ext cx="7559334" cy="535095"/>
      </dsp:txXfrm>
    </dsp:sp>
    <dsp:sp modelId="{5AF7264F-099F-4429-81AD-3B9D13EAD7CD}">
      <dsp:nvSpPr>
        <dsp:cNvPr id="0" name=""/>
        <dsp:cNvSpPr/>
      </dsp:nvSpPr>
      <dsp:spPr>
        <a:xfrm>
          <a:off x="0" y="4756942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Security Analysis Prompt:</a:t>
          </a:r>
        </a:p>
      </dsp:txBody>
      <dsp:txXfrm>
        <a:off x="26387" y="4783329"/>
        <a:ext cx="7506560" cy="487766"/>
      </dsp:txXfrm>
    </dsp:sp>
    <dsp:sp modelId="{E8B2023B-B9F5-4A00-9832-4B141375B153}">
      <dsp:nvSpPr>
        <dsp:cNvPr id="0" name=""/>
        <dsp:cNvSpPr/>
      </dsp:nvSpPr>
      <dsp:spPr>
        <a:xfrm>
          <a:off x="0" y="5297483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Provide a solution to hash a bank’s transaction history, sacrifice computational time to prove the best security.</a:t>
          </a:r>
        </a:p>
      </dsp:txBody>
      <dsp:txXfrm>
        <a:off x="0" y="5297483"/>
        <a:ext cx="7559334" cy="53509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4FE44B-6AD9-494F-8C07-97289484C113}">
      <dsp:nvSpPr>
        <dsp:cNvPr id="0" name=""/>
        <dsp:cNvSpPr/>
      </dsp:nvSpPr>
      <dsp:spPr>
        <a:xfrm>
          <a:off x="0" y="424445"/>
          <a:ext cx="6296297" cy="1786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8663" tIns="374904" rIns="488663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No references or source justification for solutions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Requires users to verify information externally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Raises issues of trust and reliability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Concerns about code ownership &amp; intellectual property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Overall credibility of AI-generated solutions is uncertain</a:t>
          </a:r>
        </a:p>
      </dsp:txBody>
      <dsp:txXfrm>
        <a:off x="0" y="424445"/>
        <a:ext cx="6296297" cy="1786050"/>
      </dsp:txXfrm>
    </dsp:sp>
    <dsp:sp modelId="{6D5B6413-A5D0-4244-AF73-3027C71B011A}">
      <dsp:nvSpPr>
        <dsp:cNvPr id="0" name=""/>
        <dsp:cNvSpPr/>
      </dsp:nvSpPr>
      <dsp:spPr>
        <a:xfrm>
          <a:off x="314814" y="158765"/>
          <a:ext cx="4407407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590" tIns="0" rIns="166590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Limitations</a:t>
          </a:r>
        </a:p>
      </dsp:txBody>
      <dsp:txXfrm>
        <a:off x="340753" y="184704"/>
        <a:ext cx="4355529" cy="479482"/>
      </dsp:txXfrm>
    </dsp:sp>
    <dsp:sp modelId="{A7B13FA9-A9B8-495C-A788-7AE27C5CAFBC}">
      <dsp:nvSpPr>
        <dsp:cNvPr id="0" name=""/>
        <dsp:cNvSpPr/>
      </dsp:nvSpPr>
      <dsp:spPr>
        <a:xfrm>
          <a:off x="0" y="2573376"/>
          <a:ext cx="6296297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CF2916-1454-4BD5-910C-2376F34DAEB5}">
      <dsp:nvSpPr>
        <dsp:cNvPr id="0" name=""/>
        <dsp:cNvSpPr/>
      </dsp:nvSpPr>
      <dsp:spPr>
        <a:xfrm>
          <a:off x="314814" y="2307696"/>
          <a:ext cx="4407407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590" tIns="0" rIns="166590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Success rates</a:t>
          </a:r>
        </a:p>
      </dsp:txBody>
      <dsp:txXfrm>
        <a:off x="340753" y="2333635"/>
        <a:ext cx="4355529" cy="479482"/>
      </dsp:txXfrm>
    </dsp:sp>
    <dsp:sp modelId="{BA69B9C5-7B92-4D3A-97C1-41BF015F84CC}">
      <dsp:nvSpPr>
        <dsp:cNvPr id="0" name=""/>
        <dsp:cNvSpPr/>
      </dsp:nvSpPr>
      <dsp:spPr>
        <a:xfrm>
          <a:off x="0" y="3389856"/>
          <a:ext cx="6296297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9B1029-F2B4-4CFB-BF32-F87AD8DAA2E9}">
      <dsp:nvSpPr>
        <dsp:cNvPr id="0" name=""/>
        <dsp:cNvSpPr/>
      </dsp:nvSpPr>
      <dsp:spPr>
        <a:xfrm>
          <a:off x="314814" y="3124176"/>
          <a:ext cx="4407407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590" tIns="0" rIns="166590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Solve both basic and complex problems</a:t>
          </a:r>
        </a:p>
      </dsp:txBody>
      <dsp:txXfrm>
        <a:off x="340753" y="3150115"/>
        <a:ext cx="4355529" cy="47948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1D35-3C29-4466-957F-81B83FEE7265}">
      <dsp:nvSpPr>
        <dsp:cNvPr id="0" name=""/>
        <dsp:cNvSpPr/>
      </dsp:nvSpPr>
      <dsp:spPr>
        <a:xfrm>
          <a:off x="0" y="51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60F972-4AE9-4823-9A5E-7E7B1CFB9519}">
      <dsp:nvSpPr>
        <dsp:cNvPr id="0" name=""/>
        <dsp:cNvSpPr/>
      </dsp:nvSpPr>
      <dsp:spPr>
        <a:xfrm>
          <a:off x="367665" y="273989"/>
          <a:ext cx="668483" cy="6684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5C998C-AD7A-4898-AF13-BEADE65284FA}">
      <dsp:nvSpPr>
        <dsp:cNvPr id="0" name=""/>
        <dsp:cNvSpPr/>
      </dsp:nvSpPr>
      <dsp:spPr>
        <a:xfrm>
          <a:off x="1403815" y="51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Further testing</a:t>
          </a:r>
        </a:p>
      </dsp:txBody>
      <dsp:txXfrm>
        <a:off x="1403815" y="519"/>
        <a:ext cx="5288932" cy="1215424"/>
      </dsp:txXfrm>
    </dsp:sp>
    <dsp:sp modelId="{574A995F-5D9F-4AEE-8E81-C9454B8C32FE}">
      <dsp:nvSpPr>
        <dsp:cNvPr id="0" name=""/>
        <dsp:cNvSpPr/>
      </dsp:nvSpPr>
      <dsp:spPr>
        <a:xfrm>
          <a:off x="0" y="151979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17F91-02DF-43EA-B262-B0F46B2F12DD}">
      <dsp:nvSpPr>
        <dsp:cNvPr id="0" name=""/>
        <dsp:cNvSpPr/>
      </dsp:nvSpPr>
      <dsp:spPr>
        <a:xfrm>
          <a:off x="367665" y="1793270"/>
          <a:ext cx="668483" cy="6684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A2CE0E-1285-4F2D-9235-F5C9D0CDE12C}">
      <dsp:nvSpPr>
        <dsp:cNvPr id="0" name=""/>
        <dsp:cNvSpPr/>
      </dsp:nvSpPr>
      <dsp:spPr>
        <a:xfrm>
          <a:off x="1403815" y="151979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Prompts with varying information: vague/detailed</a:t>
          </a:r>
        </a:p>
      </dsp:txBody>
      <dsp:txXfrm>
        <a:off x="1403815" y="1519799"/>
        <a:ext cx="5288932" cy="1215424"/>
      </dsp:txXfrm>
    </dsp:sp>
    <dsp:sp modelId="{6115EA0B-DCD2-4228-A765-41A3E9380ACC}">
      <dsp:nvSpPr>
        <dsp:cNvPr id="0" name=""/>
        <dsp:cNvSpPr/>
      </dsp:nvSpPr>
      <dsp:spPr>
        <a:xfrm>
          <a:off x="0" y="3039080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E2FB84-F67B-4C7C-A9A3-1DB02FD272CE}">
      <dsp:nvSpPr>
        <dsp:cNvPr id="0" name=""/>
        <dsp:cNvSpPr/>
      </dsp:nvSpPr>
      <dsp:spPr>
        <a:xfrm>
          <a:off x="367665" y="3312550"/>
          <a:ext cx="668483" cy="6684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5116E1-1D83-4452-B459-7F888022D055}">
      <dsp:nvSpPr>
        <dsp:cNvPr id="0" name=""/>
        <dsp:cNvSpPr/>
      </dsp:nvSpPr>
      <dsp:spPr>
        <a:xfrm>
          <a:off x="1403815" y="3039080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Test with additional time complexities</a:t>
          </a:r>
        </a:p>
      </dsp:txBody>
      <dsp:txXfrm>
        <a:off x="1403815" y="3039080"/>
        <a:ext cx="5288932" cy="121542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B071E-1B6E-4986-A269-130E17990999}">
      <dsp:nvSpPr>
        <dsp:cNvPr id="0" name=""/>
        <dsp:cNvSpPr/>
      </dsp:nvSpPr>
      <dsp:spPr>
        <a:xfrm>
          <a:off x="0" y="0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5D8057-CFF8-4344-91EA-9EC4003FFCEB}">
      <dsp:nvSpPr>
        <dsp:cNvPr id="0" name=""/>
        <dsp:cNvSpPr/>
      </dsp:nvSpPr>
      <dsp:spPr>
        <a:xfrm>
          <a:off x="306030" y="228058"/>
          <a:ext cx="556418" cy="5564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7FD361-AD5A-49E5-955F-CFF0D9FBD95C}">
      <dsp:nvSpPr>
        <dsp:cNvPr id="0" name=""/>
        <dsp:cNvSpPr/>
      </dsp:nvSpPr>
      <dsp:spPr>
        <a:xfrm>
          <a:off x="1168479" y="432"/>
          <a:ext cx="445770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bg1"/>
              </a:solidFill>
            </a:rPr>
            <a:t>Each AI model was able to solve all the problems</a:t>
          </a:r>
        </a:p>
      </dsp:txBody>
      <dsp:txXfrm>
        <a:off x="1168479" y="432"/>
        <a:ext cx="4457700" cy="1011670"/>
      </dsp:txXfrm>
    </dsp:sp>
    <dsp:sp modelId="{CA8701AC-42D4-4EC0-8174-A47901D3E1F4}">
      <dsp:nvSpPr>
        <dsp:cNvPr id="0" name=""/>
        <dsp:cNvSpPr/>
      </dsp:nvSpPr>
      <dsp:spPr>
        <a:xfrm>
          <a:off x="5626179" y="432"/>
          <a:ext cx="42798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bg1"/>
              </a:solidFill>
            </a:rPr>
            <a:t>But each approached them slightly differently</a:t>
          </a:r>
        </a:p>
      </dsp:txBody>
      <dsp:txXfrm>
        <a:off x="5626179" y="432"/>
        <a:ext cx="4279820" cy="1011670"/>
      </dsp:txXfrm>
    </dsp:sp>
    <dsp:sp modelId="{CDE006F7-9E7F-45DC-812E-0A251B7E4EDC}">
      <dsp:nvSpPr>
        <dsp:cNvPr id="0" name=""/>
        <dsp:cNvSpPr/>
      </dsp:nvSpPr>
      <dsp:spPr>
        <a:xfrm>
          <a:off x="0" y="1265020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1C4CBA-250A-4FFD-8D7F-2908BFC7E436}">
      <dsp:nvSpPr>
        <dsp:cNvPr id="0" name=""/>
        <dsp:cNvSpPr/>
      </dsp:nvSpPr>
      <dsp:spPr>
        <a:xfrm>
          <a:off x="306030" y="1492646"/>
          <a:ext cx="556418" cy="5564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1EC0F2-4DE4-48F6-B726-1640A135F134}">
      <dsp:nvSpPr>
        <dsp:cNvPr id="0" name=""/>
        <dsp:cNvSpPr/>
      </dsp:nvSpPr>
      <dsp:spPr>
        <a:xfrm>
          <a:off x="1168479" y="1265020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bg1"/>
              </a:solidFill>
            </a:rPr>
            <a:t>AI can successfully assist in building encryption solutions</a:t>
          </a:r>
        </a:p>
      </dsp:txBody>
      <dsp:txXfrm>
        <a:off x="1168479" y="1265020"/>
        <a:ext cx="8737520" cy="1011670"/>
      </dsp:txXfrm>
    </dsp:sp>
    <dsp:sp modelId="{25373164-3E69-4018-92CF-F9E49DC42C10}">
      <dsp:nvSpPr>
        <dsp:cNvPr id="0" name=""/>
        <dsp:cNvSpPr/>
      </dsp:nvSpPr>
      <dsp:spPr>
        <a:xfrm>
          <a:off x="0" y="2529608"/>
          <a:ext cx="9906000" cy="101167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C8667D-7A8E-44FE-B2F5-B653C2ED46C0}">
      <dsp:nvSpPr>
        <dsp:cNvPr id="0" name=""/>
        <dsp:cNvSpPr/>
      </dsp:nvSpPr>
      <dsp:spPr>
        <a:xfrm>
          <a:off x="306030" y="2757234"/>
          <a:ext cx="556418" cy="5564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2323BA-67D6-4958-A95F-5C09A82049EF}">
      <dsp:nvSpPr>
        <dsp:cNvPr id="0" name=""/>
        <dsp:cNvSpPr/>
      </dsp:nvSpPr>
      <dsp:spPr>
        <a:xfrm>
          <a:off x="1168479" y="2529608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bg1"/>
              </a:solidFill>
            </a:rPr>
            <a:t>AI should be used as a supporting tool, not a replacement for human experts</a:t>
          </a:r>
        </a:p>
      </dsp:txBody>
      <dsp:txXfrm>
        <a:off x="1168479" y="2529608"/>
        <a:ext cx="8737520" cy="10116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D597D-8B24-4838-871A-61B024263B13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944C-0785-434E-A45B-7E599E6F96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4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5499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023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24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859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266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05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137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31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370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5912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49783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6971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1835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752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7303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044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C47A-ABB1-A378-D073-51C206F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DD953-FBD1-196A-A134-4D1574089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3A3CC-6641-01D2-684C-A446DDBA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3E9F-E6CE-2745-2B63-B560E592E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8959-D4CD-FCF9-40BB-F003B03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435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E2C3-3E86-ABDA-375D-465BC873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FA04C-9E0A-3DA7-5581-023BAC043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7993E-1D95-1C66-52A8-456E2AA1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D1244-3FE1-1FB2-4F20-C994DED4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989EB-6723-0208-2336-D16A8BBDD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8837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12C6-4D58-9A70-6F02-CC59C2B3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DBAE-D857-6C7D-403B-B1A8F0330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19568-CD80-399D-4CAD-20728DA1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F696-4C8E-6B70-4600-2ED3E66A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A1557-BF39-E569-CE78-CBE2F1AF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6124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40BB-5FBA-5206-E2F8-0A256E90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53874-913D-D32F-60BC-F95638154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F7CB1-CB6B-4C44-DF94-D21CFD393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02086-0A79-593B-3691-8F19CA68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6012E-A992-04F8-FA0A-A75DC6BE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0C6ECF-520F-FBA3-C3E5-44B6E4D8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1952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D357-CF96-8136-89B3-620E6C7B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633B8-B7A3-8611-A464-36167DBB5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8BFA2-CC89-9360-AC9D-E9FCC748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F7447-6CF6-6B72-28F5-43CE36656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E6B71-C50C-A937-595F-8A5552A1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5ACB8-2015-4EFA-88D8-6A946561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2BC09E-F235-094E-BE8D-C96ED2753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F7E733-0638-F4B3-50DC-5C3149A3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8192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3BDF-2990-85BF-1691-B74AA1E8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ED331-1C26-C3D9-B53D-CD7504C1E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DE445-5971-F07A-2276-C05FAB7B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1EC96-96F0-68C0-9599-F8CB48C9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4412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32848-6182-16BD-819E-9519066D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2ED5D8-F999-C7DF-83C0-3E4D02BC7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99E-345C-CD2B-B60A-980D0DF79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3806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FA3D-165F-2868-E1AC-7EE78BC7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6DA95-16CA-B91D-1F80-4AB768D8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1ED8D-C4AF-F864-F70E-9874D131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335E-BF28-2CAD-64EE-34F65F05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A96D2-5C0C-875E-85AC-E92D6CCB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FD5F7-7985-41D2-D0B7-5305D8FF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7477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852-4C47-5CDE-BF32-F6858D73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107535-ADBF-AED3-9CD4-D02AB415DD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FA807-00DE-DB42-FC67-3BDB487A9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A42D2-85A6-BA01-05B2-B7C0393C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BB7F5-6367-EF26-72EC-BC2436AE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3835C-F1A0-E8A7-1F2A-274A0D74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2559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A648-CF44-FC15-097A-37FEEC07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A9DA-3D49-6C20-5476-F00927BAC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8AECB-CB26-613F-6D95-D10ABE9D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28BC7-84C5-9762-7036-E28AA984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11214-7083-C512-4E5B-4F002A0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7614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EBD4DB-830D-97F2-1A7C-7CCAD3329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F0892-3706-4775-7BCD-FABAA7AA7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0BBDB-64D2-9C52-A826-EE7DFB48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51C5B-B868-CEDC-7232-8358B68C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D4E5-F174-4D1C-283B-52943093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396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3716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2" r:id="rId3"/>
    <p:sldLayoutId id="2147483903" r:id="rId4"/>
    <p:sldLayoutId id="2147483904" r:id="rId5"/>
    <p:sldLayoutId id="2147483905" r:id="rId6"/>
    <p:sldLayoutId id="2147483906" r:id="rId7"/>
    <p:sldLayoutId id="2147483907" r:id="rId8"/>
    <p:sldLayoutId id="2147483908" r:id="rId9"/>
    <p:sldLayoutId id="2147483909" r:id="rId10"/>
    <p:sldLayoutId id="2147483910" r:id="rId11"/>
    <p:sldLayoutId id="2147483911" r:id="rId12"/>
    <p:sldLayoutId id="2147483912" r:id="rId13"/>
    <p:sldLayoutId id="2147483913" r:id="rId14"/>
    <p:sldLayoutId id="2147483914" r:id="rId15"/>
    <p:sldLayoutId id="2147483915" r:id="rId16"/>
    <p:sldLayoutId id="214748391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44F91-5D98-0B2E-9A29-7D8A13F6F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24D61-D414-BB2A-E972-A5FC4F35E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FA431-3118-A447-CAB1-0DA155050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A991-A60B-A737-8972-4F59E4252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CBC51-6FEB-58BF-C592-6626A4EB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49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23" r:id="rId6"/>
    <p:sldLayoutId id="2147483924" r:id="rId7"/>
    <p:sldLayoutId id="2147483925" r:id="rId8"/>
    <p:sldLayoutId id="2147483926" r:id="rId9"/>
    <p:sldLayoutId id="2147483927" r:id="rId10"/>
    <p:sldLayoutId id="214748392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1A0EF-972C-D338-6333-39800DF6F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8029" y="123712"/>
            <a:ext cx="8247673" cy="4149724"/>
          </a:xfrm>
        </p:spPr>
        <p:txBody>
          <a:bodyPr anchor="ctr">
            <a:normAutofit/>
          </a:bodyPr>
          <a:lstStyle/>
          <a:p>
            <a:r>
              <a:rPr lang="en-US" sz="5600" b="1" dirty="0"/>
              <a:t>Security Vs Speed:</a:t>
            </a:r>
            <a:br>
              <a:rPr lang="en-US" sz="4700" dirty="0"/>
            </a:br>
            <a:r>
              <a:rPr lang="en-US" sz="4700" i="1" dirty="0"/>
              <a:t>Evaluating AI in Time-Constrained Encryption</a:t>
            </a:r>
            <a:br>
              <a:rPr lang="en-US" sz="4700" dirty="0"/>
            </a:br>
            <a:br>
              <a:rPr lang="en-US" sz="4700" dirty="0"/>
            </a:br>
            <a:endParaRPr lang="en-US" sz="4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390D8-00E3-4E00-622B-469D67983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4685" y="2584563"/>
            <a:ext cx="3308771" cy="4149725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CMSC-4200-AI Project Group 1: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Margo Bonal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Luke Ruffing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Evan Thompson</a:t>
            </a:r>
          </a:p>
        </p:txBody>
      </p:sp>
    </p:spTree>
    <p:extLst>
      <p:ext uri="{BB962C8B-B14F-4D97-AF65-F5344CB8AC3E}">
        <p14:creationId xmlns:p14="http://schemas.microsoft.com/office/powerpoint/2010/main" val="273248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Project Description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26F1BD9-27E2-2783-22C4-708E5875F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9597565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595DC-5F24-43DE-A51F-61C1424919A8}"/>
              </a:ext>
            </a:extLst>
          </p:cNvPr>
          <p:cNvSpPr txBox="1"/>
          <p:nvPr/>
        </p:nvSpPr>
        <p:spPr>
          <a:xfrm>
            <a:off x="480733" y="1199248"/>
            <a:ext cx="28104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Algorithm Selection: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Test ability</a:t>
            </a: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 &amp;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knowledge of encryption algorithms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0E150-2FC2-EEE3-7E38-1E788F6BA625}"/>
              </a:ext>
            </a:extLst>
          </p:cNvPr>
          <p:cNvSpPr txBox="1"/>
          <p:nvPr/>
        </p:nvSpPr>
        <p:spPr>
          <a:xfrm>
            <a:off x="403413" y="2858412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Optimization: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Test ability to select an algorithm for specific purpose and achieve best efficiency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AF094-E72F-59C1-3EC9-6D652007D4E2}"/>
              </a:ext>
            </a:extLst>
          </p:cNvPr>
          <p:cNvSpPr txBox="1"/>
          <p:nvPr/>
        </p:nvSpPr>
        <p:spPr>
          <a:xfrm>
            <a:off x="403413" y="4868341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Security Analysis: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Examine ability to create encryption solution, meeting time complexity and data security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8EA47113-AE78-37AD-2E9F-5114B143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13" y="120370"/>
            <a:ext cx="3408832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Problem Types</a:t>
            </a: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00BDBBA-D667-3711-5172-9DCBB8455FF0}"/>
              </a:ext>
            </a:extLst>
          </p:cNvPr>
          <p:cNvGraphicFramePr/>
          <p:nvPr/>
        </p:nvGraphicFramePr>
        <p:xfrm>
          <a:off x="4333718" y="258173"/>
          <a:ext cx="7559334" cy="60874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8043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150613-8BB7-CE2F-6F6A-702DE92CC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157" y="518864"/>
            <a:ext cx="3343835" cy="656385"/>
          </a:xfrm>
        </p:spPr>
        <p:txBody>
          <a:bodyPr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4000" b="1" dirty="0">
                <a:ln/>
              </a:rPr>
              <a:t>Approach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7E0F-BF91-66F8-3FE4-355A1391BB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26842" y="1542443"/>
            <a:ext cx="5400467" cy="25252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Each member assigned AI model for experimentation</a:t>
            </a:r>
          </a:p>
          <a:p>
            <a:r>
              <a:rPr lang="en-US" dirty="0"/>
              <a:t>Model prompted</a:t>
            </a:r>
          </a:p>
          <a:p>
            <a:r>
              <a:rPr lang="en-US" dirty="0"/>
              <a:t>Data collection/documentation</a:t>
            </a:r>
          </a:p>
          <a:p>
            <a:r>
              <a:rPr lang="en-US" dirty="0"/>
              <a:t>Analysis and team reviews 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944B4-2820-81D6-0EF2-EDD735756CA6}"/>
              </a:ext>
            </a:extLst>
          </p:cNvPr>
          <p:cNvSpPr txBox="1">
            <a:spLocks/>
          </p:cNvSpPr>
          <p:nvPr/>
        </p:nvSpPr>
        <p:spPr>
          <a:xfrm>
            <a:off x="1027159" y="450694"/>
            <a:ext cx="3343835" cy="792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n/>
              </a:rPr>
              <a:t>AI Tools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8A7EC2-18C5-CE9E-5EB7-BD96AEA30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303047"/>
              </p:ext>
            </p:extLst>
          </p:nvPr>
        </p:nvGraphicFramePr>
        <p:xfrm>
          <a:off x="6096000" y="4434929"/>
          <a:ext cx="5928612" cy="81831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976204">
                  <a:extLst>
                    <a:ext uri="{9D8B030D-6E8A-4147-A177-3AD203B41FA5}">
                      <a16:colId xmlns:a16="http://schemas.microsoft.com/office/drawing/2014/main" val="3251552912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1980697266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2591466842"/>
                    </a:ext>
                  </a:extLst>
                </a:gridCol>
              </a:tblGrid>
              <a:tr h="447470">
                <a:tc>
                  <a:txBody>
                    <a:bodyPr/>
                    <a:lstStyle/>
                    <a:p>
                      <a:r>
                        <a:rPr lang="en-US" dirty="0"/>
                        <a:t>Margo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98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Copilot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4380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0EA2BF6-99E8-2D98-E940-ED19A6922E58}"/>
              </a:ext>
            </a:extLst>
          </p:cNvPr>
          <p:cNvSpPr txBox="1"/>
          <p:nvPr/>
        </p:nvSpPr>
        <p:spPr>
          <a:xfrm>
            <a:off x="755277" y="1467023"/>
            <a:ext cx="510988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Multiple AI agents allow comparisons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success rates, solutions, and limitations.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ChatGPT &amp; Copilot Difference: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OpenAI’s GPT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Gemini: Google’s independent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Microsoft utilizes GPT model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adds layers to allow Copilot to meet security needs and integrate with Microsoft ecosystem</a:t>
            </a:r>
          </a:p>
          <a:p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408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4" y="2655150"/>
            <a:ext cx="2101666" cy="879468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7019" y="10138"/>
            <a:ext cx="7490010" cy="672683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000" dirty="0"/>
              <a:t>Algorithm Selection</a:t>
            </a:r>
          </a:p>
          <a:p>
            <a:pPr lvl="1"/>
            <a:r>
              <a:rPr lang="en-US" sz="1800" dirty="0"/>
              <a:t>Use secure salted password hashing with an algorithm such as Argon2 or bcrypt rather than encryption. </a:t>
            </a:r>
          </a:p>
          <a:p>
            <a:pPr lvl="1"/>
            <a:r>
              <a:rPr lang="en-US" sz="1800" dirty="0"/>
              <a:t>Designed specifically for password storage, provide strong protection against brute force attacks, and are fast enough that hashing and verification</a:t>
            </a:r>
            <a:endParaRPr lang="en-US" sz="1050" dirty="0"/>
          </a:p>
          <a:p>
            <a:r>
              <a:rPr lang="en-US" sz="2000" dirty="0"/>
              <a:t>Optimization </a:t>
            </a:r>
          </a:p>
          <a:p>
            <a:pPr lvl="1"/>
            <a:r>
              <a:rPr lang="en-US" sz="1800" dirty="0"/>
              <a:t>AES-256-GCM for bulk data encryption with ECC for secure key exchange provides optimization</a:t>
            </a:r>
            <a:endParaRPr lang="en-US" sz="1200" dirty="0"/>
          </a:p>
          <a:p>
            <a:pPr lvl="1"/>
            <a:r>
              <a:rPr lang="en-US" sz="1800" dirty="0"/>
              <a:t>Combination of asymmetric and symmetric encryption reduces slow and CPU intensive processing. </a:t>
            </a:r>
          </a:p>
          <a:p>
            <a:pPr lvl="1"/>
            <a:r>
              <a:rPr lang="en-US" sz="1800" dirty="0"/>
              <a:t>Session key reuse within secure time window</a:t>
            </a:r>
          </a:p>
          <a:p>
            <a:pPr lvl="1"/>
            <a:r>
              <a:rPr lang="en-US" sz="1800" dirty="0"/>
              <a:t>Buffering of large data streams</a:t>
            </a:r>
            <a:endParaRPr lang="en-US" sz="1050" dirty="0"/>
          </a:p>
          <a:p>
            <a:r>
              <a:rPr lang="en-US" sz="2000" dirty="0"/>
              <a:t>Complexity</a:t>
            </a:r>
          </a:p>
          <a:p>
            <a:pPr lvl="1"/>
            <a:r>
              <a:rPr lang="en-US" sz="1600" dirty="0"/>
              <a:t>Constant time:</a:t>
            </a:r>
          </a:p>
          <a:p>
            <a:pPr lvl="2"/>
            <a:r>
              <a:rPr lang="en-US" sz="1700" dirty="0"/>
              <a:t>Apply XOR, and bit rotations to each character of the license number, constant time encryption can be achieved.</a:t>
            </a:r>
          </a:p>
          <a:p>
            <a:pPr lvl="1"/>
            <a:r>
              <a:rPr lang="en-US" sz="1600" dirty="0"/>
              <a:t>Logarithmic time:</a:t>
            </a:r>
          </a:p>
          <a:p>
            <a:pPr lvl="2"/>
            <a:r>
              <a:rPr lang="en-US" sz="1700" dirty="0"/>
              <a:t>Encryption keys need to be stored by a balanced binary search tree. For further processing, they must be selected with a key based on a hash of the license number.</a:t>
            </a:r>
            <a:endParaRPr lang="en-US" sz="1000" dirty="0"/>
          </a:p>
          <a:p>
            <a:r>
              <a:rPr lang="en-US" sz="2000" dirty="0"/>
              <a:t>Security Analysis</a:t>
            </a:r>
          </a:p>
          <a:p>
            <a:pPr lvl="1"/>
            <a:r>
              <a:rPr lang="en-US" sz="1600" dirty="0"/>
              <a:t>Collision resistance → use a strong hash (e.g., SHA-256 or SHA-3)</a:t>
            </a:r>
          </a:p>
          <a:p>
            <a:pPr lvl="1"/>
            <a:r>
              <a:rPr lang="en-US" sz="1600" dirty="0"/>
              <a:t>Slow computation → use a memory-hard KDF like Argon2</a:t>
            </a:r>
          </a:p>
          <a:p>
            <a:pPr lvl="1"/>
            <a:r>
              <a:rPr lang="en-US" sz="1600" dirty="0"/>
              <a:t>Tamper detection → chain hashes like a blockchain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62888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CBC35-5C54-CCA8-6A2B-B282BF8C9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0605A25-0DCA-F0DB-1962-12687EF39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849BC8-CF9F-F002-AB01-05FE345A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A80739-794B-B27F-CB9D-513BFEFB7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8B3957-8C79-9713-41E0-9306962C9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D4C61D-1E86-2376-656A-827728C4A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941" y="349112"/>
            <a:ext cx="4403915" cy="877729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ChatGPT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05BD97F-88FC-7D2D-6D0A-263599A3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735" y="2255931"/>
            <a:ext cx="10515600" cy="2887569"/>
          </a:xfrm>
        </p:spPr>
        <p:txBody>
          <a:bodyPr>
            <a:normAutofit/>
          </a:bodyPr>
          <a:lstStyle/>
          <a:p>
            <a:r>
              <a:rPr lang="en-US" dirty="0"/>
              <a:t>Successfully interpreted prompts and generated solutions</a:t>
            </a:r>
          </a:p>
          <a:p>
            <a:r>
              <a:rPr lang="en-US" dirty="0"/>
              <a:t>Breaking prompts into sections improved logic and thoroughness</a:t>
            </a:r>
          </a:p>
          <a:p>
            <a:r>
              <a:rPr lang="en-US" dirty="0"/>
              <a:t>Handled complex requirements and organized effectively</a:t>
            </a:r>
          </a:p>
          <a:p>
            <a:r>
              <a:rPr lang="en-US" dirty="0"/>
              <a:t>Used tables/structure for clear problem organization</a:t>
            </a:r>
          </a:p>
          <a:p>
            <a:r>
              <a:rPr lang="en-US" dirty="0"/>
              <a:t>Produced fast solutions with detailed explanations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43ACBE-8242-46AD-DA8E-9607D7ADD0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599" y="4965217"/>
            <a:ext cx="1984270" cy="189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643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D8C8F-346C-BDF5-BC5B-7F873CA0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BBA7D86F-171C-4C01-9D41-D918484CF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C2134D-EEA1-AD08-10C3-6C6B8FAE1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6821-72B6-6500-0CD9-CBB4A9C4E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Algorithm Selection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Use salted Hashing with Argon2id or Bcrypt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Protection against brute-force and hardware-accelerated attacks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Storing a unique, non-reversible hash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Optimization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AES-GCM is parallelizable, critical for hitting 5GB/</a:t>
            </a:r>
            <a:r>
              <a:rPr lang="en-US" sz="1800" dirty="0" err="1"/>
              <a:t>hr</a:t>
            </a:r>
            <a:endParaRPr lang="en-US" sz="1800" dirty="0"/>
          </a:p>
          <a:p>
            <a:pPr lvl="1">
              <a:lnSpc>
                <a:spcPct val="110000"/>
              </a:lnSpc>
            </a:pPr>
            <a:r>
              <a:rPr lang="en-US" sz="1800" dirty="0"/>
              <a:t>AES-GCM combines encryption and authentication into one operation, reducing total overhead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Break 5GB data into smaller blocks of 64KB or 128KB, to keep individual transaction latency low</a:t>
            </a:r>
          </a:p>
        </p:txBody>
      </p:sp>
    </p:spTree>
    <p:extLst>
      <p:ext uri="{BB962C8B-B14F-4D97-AF65-F5344CB8AC3E}">
        <p14:creationId xmlns:p14="http://schemas.microsoft.com/office/powerpoint/2010/main" val="3319310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C6F1F5-AE5F-4189-B8AB-880571B02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0B63A316-EE1A-433B-B211-350C479D9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A577F9-79E7-DF8E-0984-E3C81447B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7FF01-BA8A-03ED-AE08-76F8717A1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Constant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Hide a number by mixing it with a secret key and rearranging its bits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Logarithmic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Repeatedly scramble a number multiple times, proportional to the size of the number in bits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Each scramble, use a slightly different key and rotate the bits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Security Analysis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Suggested a hash tree but did not recommend a specific hashing algorithm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Slow computation → use a memory-hard function; Argon2id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Tamper detection → each transaction hash should include the hash of the previous transaction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Quantum resistance → use 512-bit output lengths to resist future Grover’s algorithm-based attacks</a:t>
            </a:r>
          </a:p>
        </p:txBody>
      </p:sp>
    </p:spTree>
    <p:extLst>
      <p:ext uri="{BB962C8B-B14F-4D97-AF65-F5344CB8AC3E}">
        <p14:creationId xmlns:p14="http://schemas.microsoft.com/office/powerpoint/2010/main" val="2172855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AE8D5-8680-81A2-D285-922787FE7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282928DD-8C27-FF36-1C3E-A059F9BA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4E5E80-924D-5F5B-5832-D30EFC110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A6634768-66E0-330C-E6B3-B0798CEE4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r>
              <a:rPr lang="en-US" sz="2000"/>
              <a:t>Successfully interpreted prompts and generated logical solutions</a:t>
            </a:r>
          </a:p>
          <a:p>
            <a:r>
              <a:rPr lang="en-US" sz="2000"/>
              <a:t>Did not break each problem down into clear steps</a:t>
            </a:r>
          </a:p>
          <a:p>
            <a:r>
              <a:rPr lang="en-US" sz="2000"/>
              <a:t>Preferred to give the minimum correct answer without elaboration</a:t>
            </a:r>
          </a:p>
          <a:p>
            <a:r>
              <a:rPr lang="en-US" sz="2000"/>
              <a:t>For all prompts: did not provide a concluding overview of its response</a:t>
            </a:r>
          </a:p>
          <a:p>
            <a:pPr lvl="1"/>
            <a:r>
              <a:rPr lang="en-US" dirty="0"/>
              <a:t>Required a second prompt to ask for a summary of its decision / elaboration</a:t>
            </a:r>
          </a:p>
        </p:txBody>
      </p:sp>
    </p:spTree>
    <p:extLst>
      <p:ext uri="{BB962C8B-B14F-4D97-AF65-F5344CB8AC3E}">
        <p14:creationId xmlns:p14="http://schemas.microsoft.com/office/powerpoint/2010/main" val="904554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1D6C8-4F02-8724-1596-0C4A5BE0E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413A3D1-5251-0573-87C8-17478FCC8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C6B8CE5-AD46-8ADE-E082-E6CA886AE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7483D-C8FB-34A1-A021-2481637C6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56F12B-B05F-6F3B-8F6E-ABE154AD2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FF7ADA-4E82-9612-4783-2821CC2EB0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B8E3684-C082-4A54-A45A-435EE5380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7FCB3E1-5046-0D6D-E9DB-85D3A2016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B4F316-66AE-96F3-5B49-868141F72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475" y="2655150"/>
            <a:ext cx="2101666" cy="879468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33F78-12A5-C599-2958-D2A9138E7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7019" y="10138"/>
            <a:ext cx="7490010" cy="672683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2000" dirty="0"/>
              <a:t>Algorithm Selection</a:t>
            </a:r>
          </a:p>
          <a:p>
            <a:pPr lvl="1"/>
            <a:r>
              <a:rPr lang="en-US" sz="1800" dirty="0"/>
              <a:t>Use a one way hashing algorithm such as Argon2id, with a unique random salt is the best way to store the passwords rather then a reversible encryption. </a:t>
            </a:r>
          </a:p>
          <a:p>
            <a:pPr lvl="1"/>
            <a:r>
              <a:rPr lang="en-US" sz="1800" dirty="0"/>
              <a:t>This is the best choice of algorithm for the prompt, it is both very fast and highly secure.</a:t>
            </a:r>
            <a:endParaRPr lang="en-US" sz="1050" dirty="0"/>
          </a:p>
          <a:p>
            <a:r>
              <a:rPr lang="en-US" sz="2000" dirty="0"/>
              <a:t>Optimization </a:t>
            </a:r>
          </a:p>
          <a:p>
            <a:pPr lvl="1"/>
            <a:r>
              <a:rPr lang="en-US" sz="1800" dirty="0"/>
              <a:t>AES-256-GCM is the primary choice for encryption of large streams of data.</a:t>
            </a:r>
            <a:endParaRPr lang="en-US" sz="1200" dirty="0"/>
          </a:p>
          <a:p>
            <a:pPr lvl="1"/>
            <a:r>
              <a:rPr lang="en-US" sz="1800" dirty="0"/>
              <a:t>If the limited hardware does not include AES acceleration, the fallback algorithm of choice is ChaCha20-Poly1305 which is significantly faster then AES when it doesn’t have ideal hardware. </a:t>
            </a:r>
          </a:p>
          <a:p>
            <a:pPr lvl="1"/>
            <a:r>
              <a:rPr lang="en-US" sz="1800" dirty="0"/>
              <a:t>Either of these encryption algorithms will be able to meet the requirements outlined by the prompt.</a:t>
            </a:r>
          </a:p>
          <a:p>
            <a:r>
              <a:rPr lang="en-US" sz="2000" dirty="0"/>
              <a:t>Complexity</a:t>
            </a:r>
          </a:p>
          <a:p>
            <a:pPr lvl="1"/>
            <a:r>
              <a:rPr lang="en-US" sz="1600" dirty="0"/>
              <a:t>Constant time:</a:t>
            </a:r>
          </a:p>
          <a:p>
            <a:pPr lvl="2"/>
            <a:r>
              <a:rPr lang="en-US" sz="1700" dirty="0"/>
              <a:t>SHA-256 Hashing was the recommended encryption to use for a constant time algorithm.</a:t>
            </a:r>
          </a:p>
          <a:p>
            <a:pPr lvl="1"/>
            <a:r>
              <a:rPr lang="en-US" sz="1600" dirty="0"/>
              <a:t>Logarithmic time:</a:t>
            </a:r>
          </a:p>
          <a:p>
            <a:pPr lvl="2"/>
            <a:r>
              <a:rPr lang="en-US" sz="1700" dirty="0"/>
              <a:t>The license plate must first be converted into a base-36 integer and then used in modular exponentiation to best encrypt it in logarithmic time.</a:t>
            </a:r>
            <a:endParaRPr lang="en-US" sz="1000" dirty="0"/>
          </a:p>
          <a:p>
            <a:r>
              <a:rPr lang="en-US" sz="2000" dirty="0"/>
              <a:t>Security Analysis</a:t>
            </a:r>
          </a:p>
          <a:p>
            <a:pPr lvl="1"/>
            <a:r>
              <a:rPr lang="en-US" sz="1600" dirty="0"/>
              <a:t>Collision resistance → use a strong hash like SHA-3-512</a:t>
            </a:r>
          </a:p>
          <a:p>
            <a:pPr lvl="1"/>
            <a:r>
              <a:rPr lang="en-US" sz="1600" dirty="0"/>
              <a:t>Slow computation → use a memory-hard KDF like Argon2id</a:t>
            </a:r>
          </a:p>
          <a:p>
            <a:pPr lvl="1"/>
            <a:r>
              <a:rPr lang="en-US" sz="1600" dirty="0"/>
              <a:t>Tamper detection → chain hashes like a blockchain and use of a merkle tree</a:t>
            </a:r>
          </a:p>
          <a:p>
            <a:pPr lvl="1"/>
            <a:r>
              <a:rPr lang="en-US" sz="1600" dirty="0"/>
              <a:t>Use a layered Argon2id + SHA-3-512 + Hash Chain + Merkle tree to best ensure security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46328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FACA77-6FEC-C151-677F-F0ACAD003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4AA0ADD-80A5-761A-221C-411AA183E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B7BB62F-B221-8ADF-FB85-68660B921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822C2B-B6DD-F7FF-492D-BF6B55D6F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B9ED5CA-89E4-9FB0-8096-6CAFE5D85E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C4550D-B994-49F2-6107-33DC5C4EC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941" y="349112"/>
            <a:ext cx="4403915" cy="877729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CoPilot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896BEE3-697D-90C4-333C-6ABB24067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735" y="2255931"/>
            <a:ext cx="10515600" cy="2887569"/>
          </a:xfrm>
        </p:spPr>
        <p:txBody>
          <a:bodyPr>
            <a:normAutofit/>
          </a:bodyPr>
          <a:lstStyle/>
          <a:p>
            <a:r>
              <a:rPr lang="en-US" dirty="0"/>
              <a:t>Successfully interpreted prompts and generated logical solutions</a:t>
            </a:r>
          </a:p>
          <a:p>
            <a:r>
              <a:rPr lang="en-US" dirty="0"/>
              <a:t>Breaking prompts into sections improved logic and readability</a:t>
            </a:r>
          </a:p>
          <a:p>
            <a:r>
              <a:rPr lang="en-US" dirty="0"/>
              <a:t>Generated sample code for some prompts</a:t>
            </a:r>
          </a:p>
          <a:p>
            <a:r>
              <a:rPr lang="en-US" dirty="0"/>
              <a:t>Gave mostly clear concise answers</a:t>
            </a:r>
          </a:p>
          <a:p>
            <a:endParaRPr lang="en-US" dirty="0"/>
          </a:p>
        </p:txBody>
      </p:sp>
      <p:pic>
        <p:nvPicPr>
          <p:cNvPr id="3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DDE9482D-51F1-BA00-3E24-0CA8E9F5A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0" y="5280993"/>
            <a:ext cx="2884195" cy="1622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586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F4291-73EF-2FB7-E7EE-0F9478CD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1"/>
            <a:ext cx="2743310" cy="4255025"/>
          </a:xfrm>
        </p:spPr>
        <p:txBody>
          <a:bodyPr>
            <a:normAutofit/>
          </a:bodyPr>
          <a:lstStyle/>
          <a:p>
            <a:r>
              <a:rPr lang="en-US" sz="3300" dirty="0"/>
              <a:t>Comparison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3B64080-95D0-1C8A-C116-9E9BC21BD8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8477340"/>
              </p:ext>
            </p:extLst>
          </p:nvPr>
        </p:nvGraphicFramePr>
        <p:xfrm>
          <a:off x="4664970" y="2165079"/>
          <a:ext cx="6692749" cy="410615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15767">
                  <a:extLst>
                    <a:ext uri="{9D8B030D-6E8A-4147-A177-3AD203B41FA5}">
                      <a16:colId xmlns:a16="http://schemas.microsoft.com/office/drawing/2014/main" val="2776174000"/>
                    </a:ext>
                  </a:extLst>
                </a:gridCol>
                <a:gridCol w="1718070">
                  <a:extLst>
                    <a:ext uri="{9D8B030D-6E8A-4147-A177-3AD203B41FA5}">
                      <a16:colId xmlns:a16="http://schemas.microsoft.com/office/drawing/2014/main" val="3221607237"/>
                    </a:ext>
                  </a:extLst>
                </a:gridCol>
                <a:gridCol w="1874562">
                  <a:extLst>
                    <a:ext uri="{9D8B030D-6E8A-4147-A177-3AD203B41FA5}">
                      <a16:colId xmlns:a16="http://schemas.microsoft.com/office/drawing/2014/main" val="373142715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756465385"/>
                    </a:ext>
                  </a:extLst>
                </a:gridCol>
              </a:tblGrid>
              <a:tr h="704089"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>
                          <a:solidFill>
                            <a:schemeClr val="bg1"/>
                          </a:solidFill>
                        </a:rPr>
                        <a:t>Prompt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>
                          <a:solidFill>
                            <a:schemeClr val="bg1"/>
                          </a:solidFill>
                        </a:rPr>
                        <a:t>ChatGPT Solution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 dirty="0">
                          <a:solidFill>
                            <a:schemeClr val="bg1"/>
                          </a:solidFill>
                        </a:rPr>
                        <a:t>Gemini Solution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 dirty="0">
                          <a:solidFill>
                            <a:schemeClr val="bg1"/>
                          </a:solidFill>
                        </a:rPr>
                        <a:t>Copilot Solution</a:t>
                      </a:r>
                    </a:p>
                  </a:txBody>
                  <a:tcPr marL="0" marR="10627" marT="53138" marB="53138" anchor="ctr"/>
                </a:tc>
                <a:extLst>
                  <a:ext uri="{0D108BD9-81ED-4DB2-BD59-A6C34878D82A}">
                    <a16:rowId xmlns:a16="http://schemas.microsoft.com/office/drawing/2014/main" val="2798119154"/>
                  </a:ext>
                </a:extLst>
              </a:tr>
              <a:tr h="556116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Algorithm Selection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 or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</a:rPr>
                        <a:t>bcrypt</a:t>
                      </a:r>
                      <a:endParaRPr lang="en-U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Argon2id or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</a:rPr>
                        <a:t>bcrypt</a:t>
                      </a:r>
                      <a:endParaRPr lang="en-U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24900831"/>
                  </a:ext>
                </a:extLst>
              </a:tr>
              <a:tr h="34895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rgbClr val="000000"/>
                          </a:solidFill>
                        </a:rPr>
                        <a:t>Optimization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AES-256-GCM 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AES-GCM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AES-256-GCM</a:t>
                      </a:r>
                    </a:p>
                  </a:txBody>
                  <a:tcPr marL="53138" marR="106276" marT="53138" marB="53138"/>
                </a:tc>
                <a:extLst>
                  <a:ext uri="{0D108BD9-81ED-4DB2-BD59-A6C34878D82A}">
                    <a16:rowId xmlns:a16="http://schemas.microsoft.com/office/drawing/2014/main" val="2678254246"/>
                  </a:ext>
                </a:extLst>
              </a:tr>
              <a:tr h="556116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Complexity O(1)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XOR, bit rotation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Secret key, rearrange bits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SHA-256 Hashing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1773393556"/>
                  </a:ext>
                </a:extLst>
              </a:tr>
              <a:tr h="97044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rgbClr val="000000"/>
                          </a:solidFill>
                        </a:rPr>
                        <a:t>Complexity O(log n)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Binary search tree, key based on hash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rgbClr val="000000"/>
                          </a:solidFill>
                        </a:rPr>
                        <a:t>Scrambles proportional to number size, new key each time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Convert to base-36, modular exponentiation </a:t>
                      </a:r>
                    </a:p>
                  </a:txBody>
                  <a:tcPr marL="53138" marR="106276" marT="53138" marB="53138"/>
                </a:tc>
                <a:extLst>
                  <a:ext uri="{0D108BD9-81ED-4DB2-BD59-A6C34878D82A}">
                    <a16:rowId xmlns:a16="http://schemas.microsoft.com/office/drawing/2014/main" val="1936917171"/>
                  </a:ext>
                </a:extLst>
              </a:tr>
              <a:tr h="97044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Security Analysis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SHA-256 or SHA-3</a:t>
                      </a:r>
                    </a:p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</a:t>
                      </a:r>
                    </a:p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Hash tree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512-bit output length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SHA-3-512</a:t>
                      </a:r>
                    </a:p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3038663634"/>
                  </a:ext>
                </a:extLst>
              </a:tr>
            </a:tbl>
          </a:graphicData>
        </a:graphic>
      </p:graphicFrame>
      <p:pic>
        <p:nvPicPr>
          <p:cNvPr id="1026" name="Picture 2" descr="Download Clear OpenAI ChatGPT Logo - Different ChatGPT Dimensions With ...">
            <a:extLst>
              <a:ext uri="{FF2B5EF4-FFF2-40B4-BE49-F238E27FC236}">
                <a16:creationId xmlns:a16="http://schemas.microsoft.com/office/drawing/2014/main" id="{D6A58910-F99E-66FB-1D7D-CFA3C5C14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478" y="891904"/>
            <a:ext cx="1128183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crosoft Copilot Logo 免费下载 SVG, PNG... · LobeHub">
            <a:extLst>
              <a:ext uri="{FF2B5EF4-FFF2-40B4-BE49-F238E27FC236}">
                <a16:creationId xmlns:a16="http://schemas.microsoft.com/office/drawing/2014/main" id="{29040ACB-7BE7-1F01-EEFE-55DB0422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426" y="899048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emini (Google) Logo 免费下载 SVG, PNG, ... · LobeHub">
            <a:extLst>
              <a:ext uri="{FF2B5EF4-FFF2-40B4-BE49-F238E27FC236}">
                <a16:creationId xmlns:a16="http://schemas.microsoft.com/office/drawing/2014/main" id="{C9C37535-667A-196B-78F5-0624255D4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0144" y="891904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9274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dgm="http://schemas.openxmlformats.org/drawingml/2006/diagram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>
            <a:normAutofit/>
          </a:bodyPr>
          <a:lstStyle/>
          <a:p>
            <a:r>
              <a:rPr lang="en-US" sz="3300">
                <a:solidFill>
                  <a:srgbClr val="FFFFFF"/>
                </a:solidFill>
              </a:rPr>
              <a:t>Observations</a:t>
            </a:r>
          </a:p>
        </p:txBody>
      </p:sp>
      <p:sp useBgFill="1">
        <p:nvSpPr>
          <p:cNvPr id="43" name="Round Diagonal Corner Rectangle 6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372A87-55FB-74AF-63D0-AA8FDE22CE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828288"/>
              </p:ext>
            </p:extLst>
          </p:nvPr>
        </p:nvGraphicFramePr>
        <p:xfrm>
          <a:off x="4423954" y="1254035"/>
          <a:ext cx="6296297" cy="4002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14308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E5D51F4-4B2C-4E92-AD42-C0F8079B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0ADF90-29DF-49C2-92C5-E75C306EDE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0" y="-11384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8D94EBD0-9E98-49B5-BCBB-C0E75E6599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D234D58E-884C-476F-9B2D-7E6C29BCD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6146033F-CB0A-44E4-A16A-95C026C90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8">
              <a:extLst>
                <a:ext uri="{FF2B5EF4-FFF2-40B4-BE49-F238E27FC236}">
                  <a16:creationId xmlns:a16="http://schemas.microsoft.com/office/drawing/2014/main" id="{22004D0A-5BA4-4D6F-AE5B-BCCF1CDBD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19D61DD8-7030-4EF7-974E-9F87E80553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79CE806A-0577-41E9-8F07-B6A7EFB4E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6F58E8F2-EAC5-477C-93D6-1AC0E034F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E90C5478-265D-4D73-8259-A0369435CE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AB688B6B-CD3A-4D50-B661-3BFFEE2D3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222BB8A2-A9CF-40A0-92DC-F2456B8B7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E920BBCC-C237-4B3E-B2DA-B8172A392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6">
              <a:extLst>
                <a:ext uri="{FF2B5EF4-FFF2-40B4-BE49-F238E27FC236}">
                  <a16:creationId xmlns:a16="http://schemas.microsoft.com/office/drawing/2014/main" id="{8A6B29A0-A4F7-448E-88D5-26F690D81F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B52A6476-E345-40C8-AE07-B93E8A7EC6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518D32FD-7EA1-4C43-AA4B-B9E10B684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4AA62115-722D-4045-AE1B-771314CA2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2C94E681-7784-4E31-B5B5-DDBF9C6143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Rectangle 21">
              <a:extLst>
                <a:ext uri="{FF2B5EF4-FFF2-40B4-BE49-F238E27FC236}">
                  <a16:creationId xmlns:a16="http://schemas.microsoft.com/office/drawing/2014/main" id="{9578B6A7-2499-4CFF-A6E5-0FDB1B8A2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16B8D001-28C9-49CB-9B96-4D67E218C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90576248-23CA-477D-A630-4EA4F06F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4">
              <a:extLst>
                <a:ext uri="{FF2B5EF4-FFF2-40B4-BE49-F238E27FC236}">
                  <a16:creationId xmlns:a16="http://schemas.microsoft.com/office/drawing/2014/main" id="{29F00424-4DC1-4DD5-B429-EB428628A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5">
              <a:extLst>
                <a:ext uri="{FF2B5EF4-FFF2-40B4-BE49-F238E27FC236}">
                  <a16:creationId xmlns:a16="http://schemas.microsoft.com/office/drawing/2014/main" id="{4D03BC62-061A-46A3-AEB3-75C125F3A4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6">
              <a:extLst>
                <a:ext uri="{FF2B5EF4-FFF2-40B4-BE49-F238E27FC236}">
                  <a16:creationId xmlns:a16="http://schemas.microsoft.com/office/drawing/2014/main" id="{7C0B4D4C-7EC6-47E0-8F9C-E0C4BCCE1A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346BF759-C964-4656-9724-9F6B9E75F6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21A41F6C-9A3A-4A88-8369-173CEC967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C7719558-E4BA-41E1-AE9B-8B7C2826D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685AD44B-443D-473E-BBE4-6877C1A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1">
              <a:extLst>
                <a:ext uri="{FF2B5EF4-FFF2-40B4-BE49-F238E27FC236}">
                  <a16:creationId xmlns:a16="http://schemas.microsoft.com/office/drawing/2014/main" id="{59D25FFB-6A08-4A00-8BE1-8C987B3D9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42" name="Picture 2">
            <a:extLst>
              <a:ext uri="{FF2B5EF4-FFF2-40B4-BE49-F238E27FC236}">
                <a16:creationId xmlns:a16="http://schemas.microsoft.com/office/drawing/2014/main" id="{E642A42B-C95B-433E-9A81-2174F7287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2"/>
            <a:ext cx="4061525" cy="685800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 xmlns:dgm="http://schemas.openxmlformats.org/drawingml/2006/diagram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4C3D77CC-6916-4BF8-8CDF-71E4BF2E6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53"/>
            <a:ext cx="4055621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6E8897B-113F-4BE0-A8B0-6467E5A2E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90" y="-9998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8" name="Rectangle 5">
              <a:extLst>
                <a:ext uri="{FF2B5EF4-FFF2-40B4-BE49-F238E27FC236}">
                  <a16:creationId xmlns:a16="http://schemas.microsoft.com/office/drawing/2014/main" id="{8C790BB1-DB5D-4D11-ACA1-045F7B5D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6">
              <a:extLst>
                <a:ext uri="{FF2B5EF4-FFF2-40B4-BE49-F238E27FC236}">
                  <a16:creationId xmlns:a16="http://schemas.microsoft.com/office/drawing/2014/main" id="{14E82C3E-2BBF-4E7A-A4F1-B092898AF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7">
              <a:extLst>
                <a:ext uri="{FF2B5EF4-FFF2-40B4-BE49-F238E27FC236}">
                  <a16:creationId xmlns:a16="http://schemas.microsoft.com/office/drawing/2014/main" id="{BBD9DCED-205F-40C0-A8F6-09CA8AC21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3E6B6536-B16B-44C8-BF75-0B51F159AA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9">
              <a:extLst>
                <a:ext uri="{FF2B5EF4-FFF2-40B4-BE49-F238E27FC236}">
                  <a16:creationId xmlns:a16="http://schemas.microsoft.com/office/drawing/2014/main" id="{08673EBA-802C-469A-80AB-14A951A75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0">
              <a:extLst>
                <a:ext uri="{FF2B5EF4-FFF2-40B4-BE49-F238E27FC236}">
                  <a16:creationId xmlns:a16="http://schemas.microsoft.com/office/drawing/2014/main" id="{75BB5611-2E78-4C27-8778-E8A39B157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1">
              <a:extLst>
                <a:ext uri="{FF2B5EF4-FFF2-40B4-BE49-F238E27FC236}">
                  <a16:creationId xmlns:a16="http://schemas.microsoft.com/office/drawing/2014/main" id="{DCA85219-9A72-4256-A50C-799C0D0AE9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2">
              <a:extLst>
                <a:ext uri="{FF2B5EF4-FFF2-40B4-BE49-F238E27FC236}">
                  <a16:creationId xmlns:a16="http://schemas.microsoft.com/office/drawing/2014/main" id="{46E28662-9979-4ACD-9DB1-9E4B1814FC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13">
              <a:extLst>
                <a:ext uri="{FF2B5EF4-FFF2-40B4-BE49-F238E27FC236}">
                  <a16:creationId xmlns:a16="http://schemas.microsoft.com/office/drawing/2014/main" id="{A057C9FB-3B25-4A5E-A20E-B7773732EF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14">
              <a:extLst>
                <a:ext uri="{FF2B5EF4-FFF2-40B4-BE49-F238E27FC236}">
                  <a16:creationId xmlns:a16="http://schemas.microsoft.com/office/drawing/2014/main" id="{596D5A52-895F-4C7B-BCEC-E4AB25C7E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5">
              <a:extLst>
                <a:ext uri="{FF2B5EF4-FFF2-40B4-BE49-F238E27FC236}">
                  <a16:creationId xmlns:a16="http://schemas.microsoft.com/office/drawing/2014/main" id="{A3BFF1E9-0954-48E0-A32B-0664144673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16">
              <a:extLst>
                <a:ext uri="{FF2B5EF4-FFF2-40B4-BE49-F238E27FC236}">
                  <a16:creationId xmlns:a16="http://schemas.microsoft.com/office/drawing/2014/main" id="{40592818-8A9B-429B-8166-22A0893CB2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17">
              <a:extLst>
                <a:ext uri="{FF2B5EF4-FFF2-40B4-BE49-F238E27FC236}">
                  <a16:creationId xmlns:a16="http://schemas.microsoft.com/office/drawing/2014/main" id="{F52399E8-91EF-4363-81C4-4EBE3790A3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18">
              <a:extLst>
                <a:ext uri="{FF2B5EF4-FFF2-40B4-BE49-F238E27FC236}">
                  <a16:creationId xmlns:a16="http://schemas.microsoft.com/office/drawing/2014/main" id="{0DE18992-35FF-4D27-AAB7-88D9A78817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19">
              <a:extLst>
                <a:ext uri="{FF2B5EF4-FFF2-40B4-BE49-F238E27FC236}">
                  <a16:creationId xmlns:a16="http://schemas.microsoft.com/office/drawing/2014/main" id="{162D7313-86C3-45AF-AC7A-C5429A2288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20">
              <a:extLst>
                <a:ext uri="{FF2B5EF4-FFF2-40B4-BE49-F238E27FC236}">
                  <a16:creationId xmlns:a16="http://schemas.microsoft.com/office/drawing/2014/main" id="{4033A1EE-166E-4246-AB00-AA91D7B80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Rectangle 21">
              <a:extLst>
                <a:ext uri="{FF2B5EF4-FFF2-40B4-BE49-F238E27FC236}">
                  <a16:creationId xmlns:a16="http://schemas.microsoft.com/office/drawing/2014/main" id="{9F5BA15F-D1CD-44A2-B643-2905763175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22">
              <a:extLst>
                <a:ext uri="{FF2B5EF4-FFF2-40B4-BE49-F238E27FC236}">
                  <a16:creationId xmlns:a16="http://schemas.microsoft.com/office/drawing/2014/main" id="{673D8FDD-D165-4834-B9F4-E15C5EBD5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23">
              <a:extLst>
                <a:ext uri="{FF2B5EF4-FFF2-40B4-BE49-F238E27FC236}">
                  <a16:creationId xmlns:a16="http://schemas.microsoft.com/office/drawing/2014/main" id="{314E2D52-365D-407E-A832-01E0F8604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24">
              <a:extLst>
                <a:ext uri="{FF2B5EF4-FFF2-40B4-BE49-F238E27FC236}">
                  <a16:creationId xmlns:a16="http://schemas.microsoft.com/office/drawing/2014/main" id="{299BE646-A2B8-42AB-8DE3-9E38BF21D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25">
              <a:extLst>
                <a:ext uri="{FF2B5EF4-FFF2-40B4-BE49-F238E27FC236}">
                  <a16:creationId xmlns:a16="http://schemas.microsoft.com/office/drawing/2014/main" id="{B6CBF7F9-54D6-418C-B679-4A03F1AF11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26">
              <a:extLst>
                <a:ext uri="{FF2B5EF4-FFF2-40B4-BE49-F238E27FC236}">
                  <a16:creationId xmlns:a16="http://schemas.microsoft.com/office/drawing/2014/main" id="{2B8FDD23-E511-4B50-8A45-E25C8EBFB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27">
              <a:extLst>
                <a:ext uri="{FF2B5EF4-FFF2-40B4-BE49-F238E27FC236}">
                  <a16:creationId xmlns:a16="http://schemas.microsoft.com/office/drawing/2014/main" id="{B04AC64C-ACEE-462D-95F2-3D82FF090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28">
              <a:extLst>
                <a:ext uri="{FF2B5EF4-FFF2-40B4-BE49-F238E27FC236}">
                  <a16:creationId xmlns:a16="http://schemas.microsoft.com/office/drawing/2014/main" id="{9E0086A8-06D1-484E-805F-460346EB5E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29">
              <a:extLst>
                <a:ext uri="{FF2B5EF4-FFF2-40B4-BE49-F238E27FC236}">
                  <a16:creationId xmlns:a16="http://schemas.microsoft.com/office/drawing/2014/main" id="{1952C3C6-3706-447A-A721-81155E748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30">
              <a:extLst>
                <a:ext uri="{FF2B5EF4-FFF2-40B4-BE49-F238E27FC236}">
                  <a16:creationId xmlns:a16="http://schemas.microsoft.com/office/drawing/2014/main" id="{F264C83C-EFE0-4E45-A20F-4A437FC28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7E1F77A7-8C12-430E-A0C7-386E9FECC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dgm="http://schemas.openxmlformats.org/drawingml/2006/diagram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6" name="Picture 2">
            <a:extLst>
              <a:ext uri="{FF2B5EF4-FFF2-40B4-BE49-F238E27FC236}">
                <a16:creationId xmlns:a16="http://schemas.microsoft.com/office/drawing/2014/main" id="{B9535DE4-FAFA-446C-A46C-F06D18D305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13238"/>
            <a:ext cx="4062718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dgm="http://schemas.openxmlformats.org/drawingml/2006/diagram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3"/>
            <a:ext cx="2743310" cy="4255024"/>
          </a:xfrm>
        </p:spPr>
        <p:txBody>
          <a:bodyPr>
            <a:normAutofit/>
          </a:bodyPr>
          <a:lstStyle/>
          <a:p>
            <a:r>
              <a:rPr lang="en-US" sz="2300">
                <a:solidFill>
                  <a:srgbClr val="FFFFFF"/>
                </a:solidFill>
              </a:rPr>
              <a:t>Recommendations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8D51C6-38B2-81C2-EB43-6EA0B62009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5545380"/>
              </p:ext>
            </p:extLst>
          </p:nvPr>
        </p:nvGraphicFramePr>
        <p:xfrm>
          <a:off x="4662189" y="1134682"/>
          <a:ext cx="6692748" cy="425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19443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58C1E-B7B8-2905-4FE9-C1A09EC1F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graphicFrame>
        <p:nvGraphicFramePr>
          <p:cNvPr id="4" name="TextBox 2">
            <a:extLst>
              <a:ext uri="{FF2B5EF4-FFF2-40B4-BE49-F238E27FC236}">
                <a16:creationId xmlns:a16="http://schemas.microsoft.com/office/drawing/2014/main" id="{353E3956-7DA5-3A7C-373F-A434B25DCB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8334521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975632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ustom 13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072B6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477</TotalTime>
  <Words>1191</Words>
  <Application>Microsoft Office PowerPoint</Application>
  <PresentationFormat>Widescreen</PresentationFormat>
  <Paragraphs>174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Tw Cen MT</vt:lpstr>
      <vt:lpstr>Circuit</vt:lpstr>
      <vt:lpstr>Office Theme</vt:lpstr>
      <vt:lpstr>Security Vs Speed: Evaluating AI in Time-Constrained Encryption  </vt:lpstr>
      <vt:lpstr>Project Description</vt:lpstr>
      <vt:lpstr>Problem Types</vt:lpstr>
      <vt:lpstr>Approach</vt:lpstr>
      <vt:lpstr>ChatGPT</vt:lpstr>
      <vt:lpstr>ChatGPT Evaluation</vt:lpstr>
      <vt:lpstr>Gemini</vt:lpstr>
      <vt:lpstr>Gemini</vt:lpstr>
      <vt:lpstr>Gemini Evaluation</vt:lpstr>
      <vt:lpstr>CoPilot</vt:lpstr>
      <vt:lpstr>CoPilot Evaluation</vt:lpstr>
      <vt:lpstr>Comparison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42</cp:revision>
  <dcterms:created xsi:type="dcterms:W3CDTF">2026-03-08T14:28:48Z</dcterms:created>
  <dcterms:modified xsi:type="dcterms:W3CDTF">2026-03-30T20:41:10Z</dcterms:modified>
</cp:coreProperties>
</file>